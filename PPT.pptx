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 id="2147483674" r:id="rId3"/>
  </p:sldMasterIdLst>
  <p:notesMasterIdLst>
    <p:notesMasterId r:id="rId17"/>
  </p:notesMasterIdLst>
  <p:sldIdLst>
    <p:sldId id="256" r:id="rId4"/>
    <p:sldId id="257" r:id="rId5"/>
    <p:sldId id="258" r:id="rId6"/>
    <p:sldId id="259" r:id="rId7"/>
    <p:sldId id="260" r:id="rId8"/>
    <p:sldId id="267" r:id="rId9"/>
    <p:sldId id="268" r:id="rId10"/>
    <p:sldId id="269" r:id="rId11"/>
    <p:sldId id="261" r:id="rId12"/>
    <p:sldId id="262" r:id="rId13"/>
    <p:sldId id="263" r:id="rId14"/>
    <p:sldId id="264" r:id="rId15"/>
    <p:sldId id="265" r:id="rId16"/>
  </p:sldIdLst>
  <p:sldSz cx="12192000" cy="6858000"/>
  <p:notesSz cx="7772400" cy="10058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94660"/>
  </p:normalViewPr>
  <p:slideViewPr>
    <p:cSldViewPr snapToGrid="0">
      <p:cViewPr varScale="1">
        <p:scale>
          <a:sx n="101" d="100"/>
          <a:sy n="101" d="100"/>
        </p:scale>
        <p:origin x="924" y="10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33400" y="763588"/>
            <a:ext cx="6702425" cy="37703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875" y="4776788"/>
            <a:ext cx="6216650" cy="452437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5" name="Google Shape;5;n"/>
          <p:cNvSpPr txBox="1">
            <a:spLocks noGrp="1"/>
          </p:cNvSpPr>
          <p:nvPr>
            <p:ph type="hdr" idx="3"/>
          </p:nvPr>
        </p:nvSpPr>
        <p:spPr>
          <a:xfrm>
            <a:off x="0" y="0"/>
            <a:ext cx="3371850" cy="501650"/>
          </a:xfrm>
          <a:prstGeom prst="rect">
            <a:avLst/>
          </a:prstGeom>
          <a:noFill/>
          <a:ln>
            <a:noFill/>
          </a:ln>
        </p:spPr>
        <p:txBody>
          <a:bodyPr spcFirstLastPara="1" wrap="square" lIns="0" tIns="0" rIns="0" bIns="0" anchor="t" anchorCtr="0">
            <a:noAutofit/>
          </a:bodyPr>
          <a:lstStyle>
            <a:lvl1pPr marR="0" lvl="0" algn="l"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398963" y="0"/>
            <a:ext cx="3371850" cy="501650"/>
          </a:xfrm>
          <a:prstGeom prst="rect">
            <a:avLst/>
          </a:prstGeom>
          <a:noFill/>
          <a:ln>
            <a:noFill/>
          </a:ln>
        </p:spPr>
        <p:txBody>
          <a:bodyPr spcFirstLastPara="1" wrap="square" lIns="0" tIns="0" rIns="0" bIns="0" anchor="t" anchorCtr="0">
            <a:noAutofit/>
          </a:bodyPr>
          <a:lstStyle>
            <a:lvl1pPr marR="0" lvl="0" algn="r"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555163"/>
            <a:ext cx="3371850" cy="501650"/>
          </a:xfrm>
          <a:prstGeom prst="rect">
            <a:avLst/>
          </a:prstGeom>
          <a:noFill/>
          <a:ln>
            <a:noFill/>
          </a:ln>
        </p:spPr>
        <p:txBody>
          <a:bodyPr spcFirstLastPara="1" wrap="square" lIns="0" tIns="0" rIns="0" bIns="0" anchor="b" anchorCtr="0">
            <a:noAutofit/>
          </a:bodyPr>
          <a:lstStyle>
            <a:lvl1pPr marR="0" lvl="0" algn="l"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1</a:t>
            </a:fld>
            <a:endParaRPr sz="1400">
              <a:solidFill>
                <a:srgbClr val="000000"/>
              </a:solidFill>
              <a:latin typeface="Times New Roman"/>
              <a:ea typeface="Times New Roman"/>
              <a:cs typeface="Times New Roman"/>
              <a:sym typeface="Times New Roman"/>
            </a:endParaRPr>
          </a:p>
        </p:txBody>
      </p:sp>
      <p:sp>
        <p:nvSpPr>
          <p:cNvPr id="211" name="Google Shape;211;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12" name="Google Shape;212;p1: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2</a:t>
            </a:fld>
            <a:endParaRPr sz="1400">
              <a:solidFill>
                <a:srgbClr val="000000"/>
              </a:solidFill>
              <a:latin typeface="Times New Roman"/>
              <a:ea typeface="Times New Roman"/>
              <a:cs typeface="Times New Roman"/>
              <a:sym typeface="Times New Roman"/>
            </a:endParaRPr>
          </a:p>
        </p:txBody>
      </p:sp>
      <p:sp>
        <p:nvSpPr>
          <p:cNvPr id="221" name="Google Shape;221;p2: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22" name="Google Shape;222;p2: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3:notes"/>
          <p:cNvSpPr txBox="1">
            <a:spLocks noGrp="1"/>
          </p:cNvSpPr>
          <p:nvPr>
            <p:ph type="body" idx="1"/>
          </p:nvPr>
        </p:nvSpPr>
        <p:spPr>
          <a:xfrm>
            <a:off x="777875" y="4776788"/>
            <a:ext cx="6216650" cy="45243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30" name="Google Shape;230;p3:notes"/>
          <p:cNvSpPr>
            <a:spLocks noGrp="1" noRot="1" noChangeAspect="1"/>
          </p:cNvSpPr>
          <p:nvPr>
            <p:ph type="sldImg" idx="2"/>
          </p:nvPr>
        </p:nvSpPr>
        <p:spPr>
          <a:xfrm>
            <a:off x="533400" y="763588"/>
            <a:ext cx="6702425" cy="37703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4: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4</a:t>
            </a:fld>
            <a:endParaRPr sz="1400">
              <a:solidFill>
                <a:srgbClr val="000000"/>
              </a:solidFill>
              <a:latin typeface="Times New Roman"/>
              <a:ea typeface="Times New Roman"/>
              <a:cs typeface="Times New Roman"/>
              <a:sym typeface="Times New Roman"/>
            </a:endParaRPr>
          </a:p>
        </p:txBody>
      </p:sp>
      <p:sp>
        <p:nvSpPr>
          <p:cNvPr id="239" name="Google Shape;239;p4: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40" name="Google Shape;240;p4: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5: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5</a:t>
            </a:fld>
            <a:endParaRPr sz="1400">
              <a:solidFill>
                <a:srgbClr val="000000"/>
              </a:solidFill>
              <a:latin typeface="Times New Roman"/>
              <a:ea typeface="Times New Roman"/>
              <a:cs typeface="Times New Roman"/>
              <a:sym typeface="Times New Roman"/>
            </a:endParaRPr>
          </a:p>
        </p:txBody>
      </p:sp>
      <p:sp>
        <p:nvSpPr>
          <p:cNvPr id="248" name="Google Shape;248;p5: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49" name="Google Shape;249;p5: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DF75851F-48A7-32A6-6B5B-AFA2F759E1E9}"/>
            </a:ext>
          </a:extLst>
        </p:cNvPr>
        <p:cNvGrpSpPr/>
        <p:nvPr/>
      </p:nvGrpSpPr>
      <p:grpSpPr>
        <a:xfrm>
          <a:off x="0" y="0"/>
          <a:ext cx="0" cy="0"/>
          <a:chOff x="0" y="0"/>
          <a:chExt cx="0" cy="0"/>
        </a:xfrm>
      </p:grpSpPr>
      <p:sp>
        <p:nvSpPr>
          <p:cNvPr id="247" name="Google Shape;247;p5:notes">
            <a:extLst>
              <a:ext uri="{FF2B5EF4-FFF2-40B4-BE49-F238E27FC236}">
                <a16:creationId xmlns:a16="http://schemas.microsoft.com/office/drawing/2014/main" id="{744B1465-5515-D84D-CDD4-C446F678841A}"/>
              </a:ext>
            </a:extLst>
          </p:cNvPr>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6</a:t>
            </a:fld>
            <a:endParaRPr sz="1400">
              <a:solidFill>
                <a:srgbClr val="000000"/>
              </a:solidFill>
              <a:latin typeface="Times New Roman"/>
              <a:ea typeface="Times New Roman"/>
              <a:cs typeface="Times New Roman"/>
              <a:sym typeface="Times New Roman"/>
            </a:endParaRPr>
          </a:p>
        </p:txBody>
      </p:sp>
      <p:sp>
        <p:nvSpPr>
          <p:cNvPr id="248" name="Google Shape;248;p5:notes">
            <a:extLst>
              <a:ext uri="{FF2B5EF4-FFF2-40B4-BE49-F238E27FC236}">
                <a16:creationId xmlns:a16="http://schemas.microsoft.com/office/drawing/2014/main" id="{DF37E06E-80C5-7E6D-8495-FDAB5C920C79}"/>
              </a:ext>
            </a:extLst>
          </p:cNvPr>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49" name="Google Shape;249;p5:notes">
            <a:extLst>
              <a:ext uri="{FF2B5EF4-FFF2-40B4-BE49-F238E27FC236}">
                <a16:creationId xmlns:a16="http://schemas.microsoft.com/office/drawing/2014/main" id="{BE0C67D9-7E1E-65DE-A9E3-950479A05DCF}"/>
              </a:ext>
            </a:extLst>
          </p:cNvPr>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660460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CEABD52A-D7C1-B5FD-18FC-FE2D7AF9577E}"/>
            </a:ext>
          </a:extLst>
        </p:cNvPr>
        <p:cNvGrpSpPr/>
        <p:nvPr/>
      </p:nvGrpSpPr>
      <p:grpSpPr>
        <a:xfrm>
          <a:off x="0" y="0"/>
          <a:ext cx="0" cy="0"/>
          <a:chOff x="0" y="0"/>
          <a:chExt cx="0" cy="0"/>
        </a:xfrm>
      </p:grpSpPr>
      <p:sp>
        <p:nvSpPr>
          <p:cNvPr id="247" name="Google Shape;247;p5:notes">
            <a:extLst>
              <a:ext uri="{FF2B5EF4-FFF2-40B4-BE49-F238E27FC236}">
                <a16:creationId xmlns:a16="http://schemas.microsoft.com/office/drawing/2014/main" id="{A621554F-5597-FC9B-8B62-3876B3ED973A}"/>
              </a:ext>
            </a:extLst>
          </p:cNvPr>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7</a:t>
            </a:fld>
            <a:endParaRPr sz="1400">
              <a:solidFill>
                <a:srgbClr val="000000"/>
              </a:solidFill>
              <a:latin typeface="Times New Roman"/>
              <a:ea typeface="Times New Roman"/>
              <a:cs typeface="Times New Roman"/>
              <a:sym typeface="Times New Roman"/>
            </a:endParaRPr>
          </a:p>
        </p:txBody>
      </p:sp>
      <p:sp>
        <p:nvSpPr>
          <p:cNvPr id="248" name="Google Shape;248;p5:notes">
            <a:extLst>
              <a:ext uri="{FF2B5EF4-FFF2-40B4-BE49-F238E27FC236}">
                <a16:creationId xmlns:a16="http://schemas.microsoft.com/office/drawing/2014/main" id="{225A6A3F-7CE8-CAF1-5DD7-666D0ED80AF5}"/>
              </a:ext>
            </a:extLst>
          </p:cNvPr>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49" name="Google Shape;249;p5:notes">
            <a:extLst>
              <a:ext uri="{FF2B5EF4-FFF2-40B4-BE49-F238E27FC236}">
                <a16:creationId xmlns:a16="http://schemas.microsoft.com/office/drawing/2014/main" id="{0DFF64AF-7113-3F80-D9BB-B0824FDE2FE6}"/>
              </a:ext>
            </a:extLst>
          </p:cNvPr>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67222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6: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9</a:t>
            </a:fld>
            <a:endParaRPr sz="1400">
              <a:solidFill>
                <a:srgbClr val="000000"/>
              </a:solidFill>
              <a:latin typeface="Times New Roman"/>
              <a:ea typeface="Times New Roman"/>
              <a:cs typeface="Times New Roman"/>
              <a:sym typeface="Times New Roman"/>
            </a:endParaRPr>
          </a:p>
        </p:txBody>
      </p:sp>
      <p:sp>
        <p:nvSpPr>
          <p:cNvPr id="257" name="Google Shape;257;p6: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58" name="Google Shape;258;p6: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7: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10</a:t>
            </a:fld>
            <a:endParaRPr sz="1400">
              <a:solidFill>
                <a:srgbClr val="000000"/>
              </a:solidFill>
              <a:latin typeface="Times New Roman"/>
              <a:ea typeface="Times New Roman"/>
              <a:cs typeface="Times New Roman"/>
              <a:sym typeface="Times New Roman"/>
            </a:endParaRPr>
          </a:p>
        </p:txBody>
      </p:sp>
      <p:sp>
        <p:nvSpPr>
          <p:cNvPr id="266" name="Google Shape;26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67" name="Google Shape;267;p7: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8:notes"/>
          <p:cNvSpPr txBox="1"/>
          <p:nvPr/>
        </p:nvSpPr>
        <p:spPr>
          <a:xfrm>
            <a:off x="4398962" y="9555162"/>
            <a:ext cx="3371850" cy="50165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11</a:t>
            </a:fld>
            <a:endParaRPr sz="1400" b="0" i="0" u="none" strike="noStrike" cap="none">
              <a:solidFill>
                <a:srgbClr val="000000"/>
              </a:solidFill>
              <a:latin typeface="Times New Roman"/>
              <a:ea typeface="Times New Roman"/>
              <a:cs typeface="Times New Roman"/>
              <a:sym typeface="Times New Roman"/>
            </a:endParaRPr>
          </a:p>
        </p:txBody>
      </p:sp>
      <p:sp>
        <p:nvSpPr>
          <p:cNvPr id="275" name="Google Shape;275;p8: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
            <a:headEnd type="none" w="sm" len="sm"/>
            <a:tailEnd type="none" w="sm" len="sm"/>
          </a:ln>
        </p:spPr>
      </p:sp>
      <p:sp>
        <p:nvSpPr>
          <p:cNvPr id="276" name="Google Shape;276;p8:notes"/>
          <p:cNvSpPr txBox="1">
            <a:spLocks noGrp="1"/>
          </p:cNvSpPr>
          <p:nvPr>
            <p:ph type="body" idx="1"/>
          </p:nvPr>
        </p:nvSpPr>
        <p:spPr>
          <a:xfrm>
            <a:off x="777875" y="4776787"/>
            <a:ext cx="6218237"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9:notes"/>
          <p:cNvSpPr txBox="1">
            <a:spLocks noGrp="1"/>
          </p:cNvSpPr>
          <p:nvPr>
            <p:ph type="body" idx="1"/>
          </p:nvPr>
        </p:nvSpPr>
        <p:spPr>
          <a:xfrm>
            <a:off x="777875" y="4776788"/>
            <a:ext cx="6216650" cy="45243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84" name="Google Shape;284;p9:notes"/>
          <p:cNvSpPr>
            <a:spLocks noGrp="1" noRot="1" noChangeAspect="1"/>
          </p:cNvSpPr>
          <p:nvPr>
            <p:ph type="sldImg" idx="2"/>
          </p:nvPr>
        </p:nvSpPr>
        <p:spPr>
          <a:xfrm>
            <a:off x="533400" y="763588"/>
            <a:ext cx="6702425" cy="37703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4: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a:solidFill>
                  <a:srgbClr val="000000"/>
                </a:solidFill>
                <a:latin typeface="Times New Roman"/>
                <a:ea typeface="Times New Roman"/>
                <a:cs typeface="Times New Roman"/>
                <a:sym typeface="Times New Roman"/>
              </a:rPr>
              <a:t>13</a:t>
            </a:fld>
            <a:endParaRPr sz="1400">
              <a:solidFill>
                <a:srgbClr val="000000"/>
              </a:solidFill>
              <a:latin typeface="Times New Roman"/>
              <a:ea typeface="Times New Roman"/>
              <a:cs typeface="Times New Roman"/>
              <a:sym typeface="Times New Roman"/>
            </a:endParaRPr>
          </a:p>
        </p:txBody>
      </p:sp>
      <p:sp>
        <p:nvSpPr>
          <p:cNvPr id="293" name="Google Shape;293;p14: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
            <a:headEnd type="none" w="sm" len="sm"/>
            <a:tailEnd type="none" w="sm" len="sm"/>
          </a:ln>
        </p:spPr>
      </p:sp>
      <p:sp>
        <p:nvSpPr>
          <p:cNvPr id="294" name="Google Shape;294;p14: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5"/>
        <p:cNvGrpSpPr/>
        <p:nvPr/>
      </p:nvGrpSpPr>
      <p:grpSpPr>
        <a:xfrm>
          <a:off x="0" y="0"/>
          <a:ext cx="0" cy="0"/>
          <a:chOff x="0" y="0"/>
          <a:chExt cx="0" cy="0"/>
        </a:xfrm>
      </p:grpSpPr>
      <p:sp>
        <p:nvSpPr>
          <p:cNvPr id="16" name="Google Shape;16;p16"/>
          <p:cNvSpPr txBox="1">
            <a:spLocks noGrp="1"/>
          </p:cNvSpPr>
          <p:nvPr>
            <p:ph type="title"/>
          </p:nvPr>
        </p:nvSpPr>
        <p:spPr>
          <a:xfrm>
            <a:off x="914401" y="2130425"/>
            <a:ext cx="10361084"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7" name="Google Shape;17;p1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8" name="Google Shape;18;p1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2"/>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21" name="Google Shape;21;p22"/>
          <p:cNvSpPr txBox="1">
            <a:spLocks noGrp="1"/>
          </p:cNvSpPr>
          <p:nvPr>
            <p:ph type="subTitle" idx="1"/>
          </p:nvPr>
        </p:nvSpPr>
        <p:spPr>
          <a:xfrm>
            <a:off x="1828800" y="3886200"/>
            <a:ext cx="8534400" cy="1752600"/>
          </a:xfrm>
          <a:prstGeom prst="rect">
            <a:avLst/>
          </a:prstGeom>
          <a:noFill/>
          <a:ln>
            <a:noFill/>
          </a:ln>
        </p:spPr>
        <p:txBody>
          <a:bodyPr spcFirstLastPara="1" wrap="square" lIns="0" tIns="69075" rIns="0" bIns="0" anchor="t" anchorCtr="0">
            <a:noAutofit/>
          </a:bodyPr>
          <a:lstStyle>
            <a:lvl1pPr lvl="0" algn="ctr">
              <a:lnSpc>
                <a:spcPct val="83000"/>
              </a:lnSpc>
              <a:spcBef>
                <a:spcPts val="1425"/>
              </a:spcBef>
              <a:spcAft>
                <a:spcPts val="0"/>
              </a:spcAft>
              <a:buSzPts val="3200"/>
              <a:buNone/>
              <a:defRPr/>
            </a:lvl1pPr>
            <a:lvl2pPr lvl="1" algn="ctr">
              <a:lnSpc>
                <a:spcPct val="83000"/>
              </a:lnSpc>
              <a:spcBef>
                <a:spcPts val="1140"/>
              </a:spcBef>
              <a:spcAft>
                <a:spcPts val="0"/>
              </a:spcAft>
              <a:buSzPts val="2400"/>
              <a:buNone/>
              <a:defRPr/>
            </a:lvl2pPr>
            <a:lvl3pPr lvl="2" algn="ctr">
              <a:lnSpc>
                <a:spcPct val="83000"/>
              </a:lnSpc>
              <a:spcBef>
                <a:spcPts val="850"/>
              </a:spcBef>
              <a:spcAft>
                <a:spcPts val="0"/>
              </a:spcAft>
              <a:buSzPts val="2000"/>
              <a:buNone/>
              <a:defRPr/>
            </a:lvl3pPr>
            <a:lvl4pPr lvl="3" algn="ctr">
              <a:lnSpc>
                <a:spcPct val="83000"/>
              </a:lnSpc>
              <a:spcBef>
                <a:spcPts val="575"/>
              </a:spcBef>
              <a:spcAft>
                <a:spcPts val="0"/>
              </a:spcAft>
              <a:buSzPts val="2000"/>
              <a:buNone/>
              <a:defRPr/>
            </a:lvl4pPr>
            <a:lvl5pPr lvl="4" algn="ctr">
              <a:lnSpc>
                <a:spcPct val="83000"/>
              </a:lnSpc>
              <a:spcBef>
                <a:spcPts val="290"/>
              </a:spcBef>
              <a:spcAft>
                <a:spcPts val="0"/>
              </a:spcAft>
              <a:buSzPts val="2000"/>
              <a:buNone/>
              <a:defRPr/>
            </a:lvl5pPr>
            <a:lvl6pPr lvl="5" algn="ctr">
              <a:lnSpc>
                <a:spcPct val="83000"/>
              </a:lnSpc>
              <a:spcBef>
                <a:spcPts val="290"/>
              </a:spcBef>
              <a:spcAft>
                <a:spcPts val="0"/>
              </a:spcAft>
              <a:buSzPts val="2000"/>
              <a:buNone/>
              <a:defRPr/>
            </a:lvl6pPr>
            <a:lvl7pPr lvl="6" algn="ctr">
              <a:lnSpc>
                <a:spcPct val="83000"/>
              </a:lnSpc>
              <a:spcBef>
                <a:spcPts val="290"/>
              </a:spcBef>
              <a:spcAft>
                <a:spcPts val="0"/>
              </a:spcAft>
              <a:buSzPts val="2000"/>
              <a:buNone/>
              <a:defRPr/>
            </a:lvl7pPr>
            <a:lvl8pPr lvl="7" algn="ctr">
              <a:lnSpc>
                <a:spcPct val="83000"/>
              </a:lnSpc>
              <a:spcBef>
                <a:spcPts val="290"/>
              </a:spcBef>
              <a:spcAft>
                <a:spcPts val="0"/>
              </a:spcAft>
              <a:buSzPts val="2000"/>
              <a:buNone/>
              <a:defRPr/>
            </a:lvl8pPr>
            <a:lvl9pPr lvl="8" algn="ctr">
              <a:lnSpc>
                <a:spcPct val="83000"/>
              </a:lnSpc>
              <a:spcBef>
                <a:spcPts val="290"/>
              </a:spcBef>
              <a:spcAft>
                <a:spcPts val="0"/>
              </a:spcAft>
              <a:buSzPts val="2000"/>
              <a:buNone/>
              <a:defRPr/>
            </a:lvl9pPr>
          </a:lstStyle>
          <a:p>
            <a:endParaRPr/>
          </a:p>
        </p:txBody>
      </p:sp>
      <p:sp>
        <p:nvSpPr>
          <p:cNvPr id="22" name="Google Shape;22;p2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3" name="Google Shape;23;p2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3"/>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26" name="Google Shape;26;p23"/>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27" name="Google Shape;27;p2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8" name="Google Shape;28;p2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2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31" name="Google Shape;31;p24"/>
          <p:cNvSpPr txBox="1">
            <a:spLocks noGrp="1"/>
          </p:cNvSpPr>
          <p:nvPr>
            <p:ph type="body" idx="1"/>
          </p:nvPr>
        </p:nvSpPr>
        <p:spPr>
          <a:xfrm>
            <a:off x="963084" y="2906713"/>
            <a:ext cx="10363200" cy="1500187"/>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40"/>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90"/>
              </a:spcBef>
              <a:spcAft>
                <a:spcPts val="0"/>
              </a:spcAft>
              <a:buSzPts val="1400"/>
              <a:buNone/>
              <a:defRPr sz="1400"/>
            </a:lvl5pPr>
            <a:lvl6pPr marL="2743200" lvl="5" indent="-228600" algn="l">
              <a:lnSpc>
                <a:spcPct val="83000"/>
              </a:lnSpc>
              <a:spcBef>
                <a:spcPts val="290"/>
              </a:spcBef>
              <a:spcAft>
                <a:spcPts val="0"/>
              </a:spcAft>
              <a:buSzPts val="1400"/>
              <a:buNone/>
              <a:defRPr sz="1400"/>
            </a:lvl6pPr>
            <a:lvl7pPr marL="3200400" lvl="6" indent="-228600" algn="l">
              <a:lnSpc>
                <a:spcPct val="83000"/>
              </a:lnSpc>
              <a:spcBef>
                <a:spcPts val="290"/>
              </a:spcBef>
              <a:spcAft>
                <a:spcPts val="0"/>
              </a:spcAft>
              <a:buSzPts val="1400"/>
              <a:buNone/>
              <a:defRPr sz="1400"/>
            </a:lvl7pPr>
            <a:lvl8pPr marL="3657600" lvl="7" indent="-228600" algn="l">
              <a:lnSpc>
                <a:spcPct val="83000"/>
              </a:lnSpc>
              <a:spcBef>
                <a:spcPts val="290"/>
              </a:spcBef>
              <a:spcAft>
                <a:spcPts val="0"/>
              </a:spcAft>
              <a:buSzPts val="1400"/>
              <a:buNone/>
              <a:defRPr sz="1400"/>
            </a:lvl8pPr>
            <a:lvl9pPr marL="4114800" lvl="8" indent="-228600" algn="l">
              <a:lnSpc>
                <a:spcPct val="83000"/>
              </a:lnSpc>
              <a:spcBef>
                <a:spcPts val="290"/>
              </a:spcBef>
              <a:spcAft>
                <a:spcPts val="0"/>
              </a:spcAft>
              <a:buSzPts val="1400"/>
              <a:buNone/>
              <a:defRPr sz="1400"/>
            </a:lvl9pPr>
          </a:lstStyle>
          <a:p>
            <a:endParaRPr/>
          </a:p>
        </p:txBody>
      </p:sp>
      <p:sp>
        <p:nvSpPr>
          <p:cNvPr id="32" name="Google Shape;32;p2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33" name="Google Shape;33;p2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5"/>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36" name="Google Shape;36;p25"/>
          <p:cNvSpPr txBox="1">
            <a:spLocks noGrp="1"/>
          </p:cNvSpPr>
          <p:nvPr>
            <p:ph type="body" idx="1"/>
          </p:nvPr>
        </p:nvSpPr>
        <p:spPr>
          <a:xfrm>
            <a:off x="609601" y="1604963"/>
            <a:ext cx="5382684"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37" name="Google Shape;37;p25"/>
          <p:cNvSpPr txBox="1">
            <a:spLocks noGrp="1"/>
          </p:cNvSpPr>
          <p:nvPr>
            <p:ph type="body" idx="2"/>
          </p:nvPr>
        </p:nvSpPr>
        <p:spPr>
          <a:xfrm>
            <a:off x="6195484" y="1604963"/>
            <a:ext cx="5384800"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38" name="Google Shape;38;p2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39" name="Google Shape;39;p2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609600" y="1535113"/>
            <a:ext cx="5386917"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43" name="Google Shape;43;p26"/>
          <p:cNvSpPr txBox="1">
            <a:spLocks noGrp="1"/>
          </p:cNvSpPr>
          <p:nvPr>
            <p:ph type="body" idx="2"/>
          </p:nvPr>
        </p:nvSpPr>
        <p:spPr>
          <a:xfrm>
            <a:off x="609600" y="2174875"/>
            <a:ext cx="5386917"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44" name="Google Shape;44;p26"/>
          <p:cNvSpPr txBox="1">
            <a:spLocks noGrp="1"/>
          </p:cNvSpPr>
          <p:nvPr>
            <p:ph type="body" idx="3"/>
          </p:nvPr>
        </p:nvSpPr>
        <p:spPr>
          <a:xfrm>
            <a:off x="6193368" y="1535113"/>
            <a:ext cx="5389033"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45" name="Google Shape;45;p26"/>
          <p:cNvSpPr txBox="1">
            <a:spLocks noGrp="1"/>
          </p:cNvSpPr>
          <p:nvPr>
            <p:ph type="body" idx="4"/>
          </p:nvPr>
        </p:nvSpPr>
        <p:spPr>
          <a:xfrm>
            <a:off x="6193368" y="2174875"/>
            <a:ext cx="5389033"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46" name="Google Shape;46;p2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47" name="Google Shape;47;p2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7"/>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50" name="Google Shape;50;p2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51" name="Google Shape;51;p2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2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54" name="Google Shape;54;p2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2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57" name="Google Shape;57;p29"/>
          <p:cNvSpPr txBox="1">
            <a:spLocks noGrp="1"/>
          </p:cNvSpPr>
          <p:nvPr>
            <p:ph type="body" idx="1"/>
          </p:nvPr>
        </p:nvSpPr>
        <p:spPr>
          <a:xfrm>
            <a:off x="4766733" y="273051"/>
            <a:ext cx="6815667" cy="5853113"/>
          </a:xfrm>
          <a:prstGeom prst="rect">
            <a:avLst/>
          </a:prstGeom>
          <a:noFill/>
          <a:ln>
            <a:noFill/>
          </a:ln>
        </p:spPr>
        <p:txBody>
          <a:bodyPr spcFirstLastPara="1" wrap="square" lIns="0" tIns="69075" rIns="0" bIns="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40"/>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90"/>
              </a:spcBef>
              <a:spcAft>
                <a:spcPts val="0"/>
              </a:spcAft>
              <a:buSzPts val="2000"/>
              <a:buChar char="»"/>
              <a:defRPr sz="2000"/>
            </a:lvl5pPr>
            <a:lvl6pPr marL="2743200" lvl="5" indent="-228600" algn="l">
              <a:lnSpc>
                <a:spcPct val="83000"/>
              </a:lnSpc>
              <a:spcBef>
                <a:spcPts val="290"/>
              </a:spcBef>
              <a:spcAft>
                <a:spcPts val="0"/>
              </a:spcAft>
              <a:buSzPts val="1400"/>
              <a:buNone/>
              <a:defRPr sz="2000"/>
            </a:lvl6pPr>
            <a:lvl7pPr marL="3200400" lvl="6" indent="-228600" algn="l">
              <a:lnSpc>
                <a:spcPct val="83000"/>
              </a:lnSpc>
              <a:spcBef>
                <a:spcPts val="290"/>
              </a:spcBef>
              <a:spcAft>
                <a:spcPts val="0"/>
              </a:spcAft>
              <a:buSzPts val="1400"/>
              <a:buNone/>
              <a:defRPr sz="2000"/>
            </a:lvl7pPr>
            <a:lvl8pPr marL="3657600" lvl="7" indent="-228600" algn="l">
              <a:lnSpc>
                <a:spcPct val="83000"/>
              </a:lnSpc>
              <a:spcBef>
                <a:spcPts val="290"/>
              </a:spcBef>
              <a:spcAft>
                <a:spcPts val="0"/>
              </a:spcAft>
              <a:buSzPts val="1400"/>
              <a:buNone/>
              <a:defRPr sz="2000"/>
            </a:lvl8pPr>
            <a:lvl9pPr marL="4114800" lvl="8" indent="-228600" algn="l">
              <a:lnSpc>
                <a:spcPct val="83000"/>
              </a:lnSpc>
              <a:spcBef>
                <a:spcPts val="290"/>
              </a:spcBef>
              <a:spcAft>
                <a:spcPts val="0"/>
              </a:spcAft>
              <a:buSzPts val="1400"/>
              <a:buNone/>
              <a:defRPr sz="2000"/>
            </a:lvl9pPr>
          </a:lstStyle>
          <a:p>
            <a:endParaRPr/>
          </a:p>
        </p:txBody>
      </p:sp>
      <p:sp>
        <p:nvSpPr>
          <p:cNvPr id="58" name="Google Shape;58;p29"/>
          <p:cNvSpPr txBox="1">
            <a:spLocks noGrp="1"/>
          </p:cNvSpPr>
          <p:nvPr>
            <p:ph type="body" idx="2"/>
          </p:nvPr>
        </p:nvSpPr>
        <p:spPr>
          <a:xfrm>
            <a:off x="609601" y="1435101"/>
            <a:ext cx="4011084" cy="4691063"/>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59" name="Google Shape;59;p2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60" name="Google Shape;60;p2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63" name="Google Shape;63;p30"/>
          <p:cNvSpPr>
            <a:spLocks noGrp="1"/>
          </p:cNvSpPr>
          <p:nvPr>
            <p:ph type="pic" idx="2"/>
          </p:nvPr>
        </p:nvSpPr>
        <p:spPr>
          <a:xfrm>
            <a:off x="2389717" y="612775"/>
            <a:ext cx="7315200" cy="4114800"/>
          </a:xfrm>
          <a:prstGeom prst="rect">
            <a:avLst/>
          </a:prstGeom>
          <a:noFill/>
          <a:ln>
            <a:noFill/>
          </a:ln>
        </p:spPr>
      </p:sp>
      <p:sp>
        <p:nvSpPr>
          <p:cNvPr id="64" name="Google Shape;64;p30"/>
          <p:cNvSpPr txBox="1">
            <a:spLocks noGrp="1"/>
          </p:cNvSpPr>
          <p:nvPr>
            <p:ph type="body" idx="1"/>
          </p:nvPr>
        </p:nvSpPr>
        <p:spPr>
          <a:xfrm>
            <a:off x="2389717" y="5367338"/>
            <a:ext cx="7315200" cy="804862"/>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65" name="Google Shape;65;p3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66" name="Google Shape;66;p3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31"/>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69" name="Google Shape;69;p31"/>
          <p:cNvSpPr txBox="1">
            <a:spLocks noGrp="1"/>
          </p:cNvSpPr>
          <p:nvPr>
            <p:ph type="body" idx="1"/>
          </p:nvPr>
        </p:nvSpPr>
        <p:spPr>
          <a:xfrm rot="5400000">
            <a:off x="4107657" y="-1893094"/>
            <a:ext cx="3975100" cy="10971213"/>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70" name="Google Shape;70;p3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71" name="Google Shape;71;p3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32"/>
          <p:cNvSpPr txBox="1">
            <a:spLocks noGrp="1"/>
          </p:cNvSpPr>
          <p:nvPr>
            <p:ph type="title"/>
          </p:nvPr>
        </p:nvSpPr>
        <p:spPr>
          <a:xfrm rot="5400000">
            <a:off x="8222193" y="2221971"/>
            <a:ext cx="3975100"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74" name="Google Shape;74;p32"/>
          <p:cNvSpPr txBox="1">
            <a:spLocks noGrp="1"/>
          </p:cNvSpPr>
          <p:nvPr>
            <p:ph type="body" idx="1"/>
          </p:nvPr>
        </p:nvSpPr>
        <p:spPr>
          <a:xfrm rot="5400000">
            <a:off x="2635250" y="-420687"/>
            <a:ext cx="3975100" cy="80264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75" name="Google Shape;75;p3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76" name="Google Shape;76;p3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85" name="Google Shape;85;p18"/>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86" name="Google Shape;86;p1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87" name="Google Shape;87;p1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8"/>
        <p:cNvGrpSpPr/>
        <p:nvPr/>
      </p:nvGrpSpPr>
      <p:grpSpPr>
        <a:xfrm>
          <a:off x="0" y="0"/>
          <a:ext cx="0" cy="0"/>
          <a:chOff x="0" y="0"/>
          <a:chExt cx="0" cy="0"/>
        </a:xfrm>
      </p:grpSpPr>
      <p:sp>
        <p:nvSpPr>
          <p:cNvPr id="89" name="Google Shape;89;p33"/>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90" name="Google Shape;90;p33"/>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lnSpc>
                <a:spcPct val="83000"/>
              </a:lnSpc>
              <a:spcBef>
                <a:spcPts val="1425"/>
              </a:spcBef>
              <a:spcAft>
                <a:spcPts val="0"/>
              </a:spcAft>
              <a:buSzPts val="3200"/>
              <a:buNone/>
              <a:defRPr/>
            </a:lvl1pPr>
            <a:lvl2pPr lvl="1" algn="ctr">
              <a:lnSpc>
                <a:spcPct val="83000"/>
              </a:lnSpc>
              <a:spcBef>
                <a:spcPts val="1140"/>
              </a:spcBef>
              <a:spcAft>
                <a:spcPts val="0"/>
              </a:spcAft>
              <a:buSzPts val="2400"/>
              <a:buNone/>
              <a:defRPr/>
            </a:lvl2pPr>
            <a:lvl3pPr lvl="2" algn="ctr">
              <a:lnSpc>
                <a:spcPct val="83000"/>
              </a:lnSpc>
              <a:spcBef>
                <a:spcPts val="850"/>
              </a:spcBef>
              <a:spcAft>
                <a:spcPts val="0"/>
              </a:spcAft>
              <a:buSzPts val="2000"/>
              <a:buNone/>
              <a:defRPr/>
            </a:lvl3pPr>
            <a:lvl4pPr lvl="3" algn="ctr">
              <a:lnSpc>
                <a:spcPct val="83000"/>
              </a:lnSpc>
              <a:spcBef>
                <a:spcPts val="575"/>
              </a:spcBef>
              <a:spcAft>
                <a:spcPts val="0"/>
              </a:spcAft>
              <a:buSzPts val="2000"/>
              <a:buNone/>
              <a:defRPr/>
            </a:lvl4pPr>
            <a:lvl5pPr lvl="4" algn="ctr">
              <a:lnSpc>
                <a:spcPct val="83000"/>
              </a:lnSpc>
              <a:spcBef>
                <a:spcPts val="290"/>
              </a:spcBef>
              <a:spcAft>
                <a:spcPts val="0"/>
              </a:spcAft>
              <a:buSzPts val="2000"/>
              <a:buNone/>
              <a:defRPr/>
            </a:lvl5pPr>
            <a:lvl6pPr lvl="5" algn="ctr">
              <a:lnSpc>
                <a:spcPct val="83000"/>
              </a:lnSpc>
              <a:spcBef>
                <a:spcPts val="290"/>
              </a:spcBef>
              <a:spcAft>
                <a:spcPts val="0"/>
              </a:spcAft>
              <a:buSzPts val="2000"/>
              <a:buNone/>
              <a:defRPr/>
            </a:lvl6pPr>
            <a:lvl7pPr lvl="6" algn="ctr">
              <a:lnSpc>
                <a:spcPct val="83000"/>
              </a:lnSpc>
              <a:spcBef>
                <a:spcPts val="290"/>
              </a:spcBef>
              <a:spcAft>
                <a:spcPts val="0"/>
              </a:spcAft>
              <a:buSzPts val="2000"/>
              <a:buNone/>
              <a:defRPr/>
            </a:lvl7pPr>
            <a:lvl8pPr lvl="7" algn="ctr">
              <a:lnSpc>
                <a:spcPct val="83000"/>
              </a:lnSpc>
              <a:spcBef>
                <a:spcPts val="290"/>
              </a:spcBef>
              <a:spcAft>
                <a:spcPts val="0"/>
              </a:spcAft>
              <a:buSzPts val="2000"/>
              <a:buNone/>
              <a:defRPr/>
            </a:lvl8pPr>
            <a:lvl9pPr lvl="8" algn="ctr">
              <a:lnSpc>
                <a:spcPct val="83000"/>
              </a:lnSpc>
              <a:spcBef>
                <a:spcPts val="290"/>
              </a:spcBef>
              <a:spcAft>
                <a:spcPts val="0"/>
              </a:spcAft>
              <a:buSzPts val="2000"/>
              <a:buNone/>
              <a:defRPr/>
            </a:lvl9pPr>
          </a:lstStyle>
          <a:p>
            <a:endParaRPr/>
          </a:p>
        </p:txBody>
      </p:sp>
      <p:sp>
        <p:nvSpPr>
          <p:cNvPr id="91" name="Google Shape;91;p3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92" name="Google Shape;92;p3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3"/>
        <p:cNvGrpSpPr/>
        <p:nvPr/>
      </p:nvGrpSpPr>
      <p:grpSpPr>
        <a:xfrm>
          <a:off x="0" y="0"/>
          <a:ext cx="0" cy="0"/>
          <a:chOff x="0" y="0"/>
          <a:chExt cx="0" cy="0"/>
        </a:xfrm>
      </p:grpSpPr>
      <p:sp>
        <p:nvSpPr>
          <p:cNvPr id="94" name="Google Shape;94;p3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95" name="Google Shape;95;p3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40"/>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90"/>
              </a:spcBef>
              <a:spcAft>
                <a:spcPts val="0"/>
              </a:spcAft>
              <a:buSzPts val="1400"/>
              <a:buNone/>
              <a:defRPr sz="1400"/>
            </a:lvl5pPr>
            <a:lvl6pPr marL="2743200" lvl="5" indent="-228600" algn="l">
              <a:lnSpc>
                <a:spcPct val="83000"/>
              </a:lnSpc>
              <a:spcBef>
                <a:spcPts val="290"/>
              </a:spcBef>
              <a:spcAft>
                <a:spcPts val="0"/>
              </a:spcAft>
              <a:buSzPts val="1400"/>
              <a:buNone/>
              <a:defRPr sz="1400"/>
            </a:lvl6pPr>
            <a:lvl7pPr marL="3200400" lvl="6" indent="-228600" algn="l">
              <a:lnSpc>
                <a:spcPct val="83000"/>
              </a:lnSpc>
              <a:spcBef>
                <a:spcPts val="290"/>
              </a:spcBef>
              <a:spcAft>
                <a:spcPts val="0"/>
              </a:spcAft>
              <a:buSzPts val="1400"/>
              <a:buNone/>
              <a:defRPr sz="1400"/>
            </a:lvl7pPr>
            <a:lvl8pPr marL="3657600" lvl="7" indent="-228600" algn="l">
              <a:lnSpc>
                <a:spcPct val="83000"/>
              </a:lnSpc>
              <a:spcBef>
                <a:spcPts val="290"/>
              </a:spcBef>
              <a:spcAft>
                <a:spcPts val="0"/>
              </a:spcAft>
              <a:buSzPts val="1400"/>
              <a:buNone/>
              <a:defRPr sz="1400"/>
            </a:lvl8pPr>
            <a:lvl9pPr marL="4114800" lvl="8" indent="-228600" algn="l">
              <a:lnSpc>
                <a:spcPct val="83000"/>
              </a:lnSpc>
              <a:spcBef>
                <a:spcPts val="290"/>
              </a:spcBef>
              <a:spcAft>
                <a:spcPts val="0"/>
              </a:spcAft>
              <a:buSzPts val="1400"/>
              <a:buNone/>
              <a:defRPr sz="1400"/>
            </a:lvl9pPr>
          </a:lstStyle>
          <a:p>
            <a:endParaRPr/>
          </a:p>
        </p:txBody>
      </p:sp>
      <p:sp>
        <p:nvSpPr>
          <p:cNvPr id="96" name="Google Shape;96;p3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97" name="Google Shape;97;p3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99" name="Google Shape;99;p35"/>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00" name="Google Shape;100;p35"/>
          <p:cNvSpPr txBox="1">
            <a:spLocks noGrp="1"/>
          </p:cNvSpPr>
          <p:nvPr>
            <p:ph type="body" idx="1"/>
          </p:nvPr>
        </p:nvSpPr>
        <p:spPr>
          <a:xfrm>
            <a:off x="609601" y="1600201"/>
            <a:ext cx="5382684"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1" name="Google Shape;101;p35"/>
          <p:cNvSpPr txBox="1">
            <a:spLocks noGrp="1"/>
          </p:cNvSpPr>
          <p:nvPr>
            <p:ph type="body" idx="2"/>
          </p:nvPr>
        </p:nvSpPr>
        <p:spPr>
          <a:xfrm>
            <a:off x="6195484" y="1600201"/>
            <a:ext cx="5384800"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2" name="Google Shape;102;p3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03" name="Google Shape;103;p3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4"/>
        <p:cNvGrpSpPr/>
        <p:nvPr/>
      </p:nvGrpSpPr>
      <p:grpSpPr>
        <a:xfrm>
          <a:off x="0" y="0"/>
          <a:ext cx="0" cy="0"/>
          <a:chOff x="0" y="0"/>
          <a:chExt cx="0" cy="0"/>
        </a:xfrm>
      </p:grpSpPr>
      <p:sp>
        <p:nvSpPr>
          <p:cNvPr id="105" name="Google Shape;105;p3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06" name="Google Shape;106;p3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7" name="Google Shape;107;p3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08" name="Google Shape;108;p3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9" name="Google Shape;109;p3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10" name="Google Shape;110;p3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1" name="Google Shape;111;p3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2"/>
        <p:cNvGrpSpPr/>
        <p:nvPr/>
      </p:nvGrpSpPr>
      <p:grpSpPr>
        <a:xfrm>
          <a:off x="0" y="0"/>
          <a:ext cx="0" cy="0"/>
          <a:chOff x="0" y="0"/>
          <a:chExt cx="0" cy="0"/>
        </a:xfrm>
      </p:grpSpPr>
      <p:sp>
        <p:nvSpPr>
          <p:cNvPr id="113" name="Google Shape;113;p37"/>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14" name="Google Shape;114;p3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5" name="Google Shape;115;p3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
        <p:nvSpPr>
          <p:cNvPr id="117" name="Google Shape;117;p3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8" name="Google Shape;118;p3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9"/>
        <p:cNvGrpSpPr/>
        <p:nvPr/>
      </p:nvGrpSpPr>
      <p:grpSpPr>
        <a:xfrm>
          <a:off x="0" y="0"/>
          <a:ext cx="0" cy="0"/>
          <a:chOff x="0" y="0"/>
          <a:chExt cx="0" cy="0"/>
        </a:xfrm>
      </p:grpSpPr>
      <p:sp>
        <p:nvSpPr>
          <p:cNvPr id="120" name="Google Shape;120;p3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21" name="Google Shape;121;p3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40"/>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90"/>
              </a:spcBef>
              <a:spcAft>
                <a:spcPts val="0"/>
              </a:spcAft>
              <a:buSzPts val="2000"/>
              <a:buChar char="»"/>
              <a:defRPr sz="2000"/>
            </a:lvl5pPr>
            <a:lvl6pPr marL="2743200" lvl="5" indent="-228600" algn="l">
              <a:lnSpc>
                <a:spcPct val="83000"/>
              </a:lnSpc>
              <a:spcBef>
                <a:spcPts val="290"/>
              </a:spcBef>
              <a:spcAft>
                <a:spcPts val="0"/>
              </a:spcAft>
              <a:buSzPts val="1400"/>
              <a:buNone/>
              <a:defRPr sz="2000"/>
            </a:lvl6pPr>
            <a:lvl7pPr marL="3200400" lvl="6" indent="-228600" algn="l">
              <a:lnSpc>
                <a:spcPct val="83000"/>
              </a:lnSpc>
              <a:spcBef>
                <a:spcPts val="290"/>
              </a:spcBef>
              <a:spcAft>
                <a:spcPts val="0"/>
              </a:spcAft>
              <a:buSzPts val="1400"/>
              <a:buNone/>
              <a:defRPr sz="2000"/>
            </a:lvl7pPr>
            <a:lvl8pPr marL="3657600" lvl="7" indent="-228600" algn="l">
              <a:lnSpc>
                <a:spcPct val="83000"/>
              </a:lnSpc>
              <a:spcBef>
                <a:spcPts val="290"/>
              </a:spcBef>
              <a:spcAft>
                <a:spcPts val="0"/>
              </a:spcAft>
              <a:buSzPts val="1400"/>
              <a:buNone/>
              <a:defRPr sz="2000"/>
            </a:lvl8pPr>
            <a:lvl9pPr marL="4114800" lvl="8" indent="-228600" algn="l">
              <a:lnSpc>
                <a:spcPct val="83000"/>
              </a:lnSpc>
              <a:spcBef>
                <a:spcPts val="290"/>
              </a:spcBef>
              <a:spcAft>
                <a:spcPts val="0"/>
              </a:spcAft>
              <a:buSzPts val="1400"/>
              <a:buNone/>
              <a:defRPr sz="2000"/>
            </a:lvl9pPr>
          </a:lstStyle>
          <a:p>
            <a:endParaRPr/>
          </a:p>
        </p:txBody>
      </p:sp>
      <p:sp>
        <p:nvSpPr>
          <p:cNvPr id="122" name="Google Shape;122;p3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23" name="Google Shape;123;p3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24" name="Google Shape;124;p3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5"/>
        <p:cNvGrpSpPr/>
        <p:nvPr/>
      </p:nvGrpSpPr>
      <p:grpSpPr>
        <a:xfrm>
          <a:off x="0" y="0"/>
          <a:ext cx="0" cy="0"/>
          <a:chOff x="0" y="0"/>
          <a:chExt cx="0" cy="0"/>
        </a:xfrm>
      </p:grpSpPr>
      <p:sp>
        <p:nvSpPr>
          <p:cNvPr id="126" name="Google Shape;126;p4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27" name="Google Shape;127;p40"/>
          <p:cNvSpPr>
            <a:spLocks noGrp="1"/>
          </p:cNvSpPr>
          <p:nvPr>
            <p:ph type="pic" idx="2"/>
          </p:nvPr>
        </p:nvSpPr>
        <p:spPr>
          <a:xfrm>
            <a:off x="2389717" y="612775"/>
            <a:ext cx="7315200" cy="4114800"/>
          </a:xfrm>
          <a:prstGeom prst="rect">
            <a:avLst/>
          </a:prstGeom>
          <a:noFill/>
          <a:ln>
            <a:noFill/>
          </a:ln>
        </p:spPr>
      </p:sp>
      <p:sp>
        <p:nvSpPr>
          <p:cNvPr id="128" name="Google Shape;128;p4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29" name="Google Shape;129;p4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0" name="Google Shape;130;p4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41"/>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33" name="Google Shape;133;p41"/>
          <p:cNvSpPr txBox="1">
            <a:spLocks noGrp="1"/>
          </p:cNvSpPr>
          <p:nvPr>
            <p:ph type="body" idx="1"/>
          </p:nvPr>
        </p:nvSpPr>
        <p:spPr>
          <a:xfrm rot="5400000">
            <a:off x="3833019" y="-1623219"/>
            <a:ext cx="4524375" cy="10971213"/>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134" name="Google Shape;134;p4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5" name="Google Shape;135;p4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37" name="Google Shape;137;p42"/>
          <p:cNvSpPr txBox="1">
            <a:spLocks noGrp="1"/>
          </p:cNvSpPr>
          <p:nvPr>
            <p:ph type="title"/>
          </p:nvPr>
        </p:nvSpPr>
        <p:spPr>
          <a:xfrm rot="5400000">
            <a:off x="7284774" y="1829066"/>
            <a:ext cx="5849937"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38" name="Google Shape;138;p42"/>
          <p:cNvSpPr txBox="1">
            <a:spLocks noGrp="1"/>
          </p:cNvSpPr>
          <p:nvPr>
            <p:ph type="body" idx="1"/>
          </p:nvPr>
        </p:nvSpPr>
        <p:spPr>
          <a:xfrm rot="5400000">
            <a:off x="1697831" y="-813592"/>
            <a:ext cx="5849937" cy="8026400"/>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139" name="Google Shape;139;p4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0" name="Google Shape;140;p4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41"/>
        <p:cNvGrpSpPr/>
        <p:nvPr/>
      </p:nvGrpSpPr>
      <p:grpSpPr>
        <a:xfrm>
          <a:off x="0" y="0"/>
          <a:ext cx="0" cy="0"/>
          <a:chOff x="0" y="0"/>
          <a:chExt cx="0" cy="0"/>
        </a:xfrm>
      </p:grpSpPr>
      <p:sp>
        <p:nvSpPr>
          <p:cNvPr id="142" name="Google Shape;142;p43"/>
          <p:cNvSpPr txBox="1">
            <a:spLocks noGrp="1"/>
          </p:cNvSpPr>
          <p:nvPr>
            <p:ph type="title"/>
          </p:nvPr>
        </p:nvSpPr>
        <p:spPr>
          <a:xfrm>
            <a:off x="914401" y="2130425"/>
            <a:ext cx="10361084"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43" name="Google Shape;143;p43"/>
          <p:cNvSpPr txBox="1">
            <a:spLocks noGrp="1"/>
          </p:cNvSpPr>
          <p:nvPr>
            <p:ph type="dt" idx="10"/>
          </p:nvPr>
        </p:nvSpPr>
        <p:spPr>
          <a:xfrm>
            <a:off x="609600" y="6356350"/>
            <a:ext cx="2843212" cy="3635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Font typeface="Calibri"/>
              <a:buNone/>
              <a:defRPr sz="1800" b="0" i="0" u="none">
                <a:solidFill>
                  <a:schemeClr val="dk1"/>
                </a:solidFill>
                <a:latin typeface="Calibri"/>
                <a:ea typeface="Calibri"/>
                <a:cs typeface="Calibri"/>
                <a:sym typeface="Calibri"/>
              </a:defRPr>
            </a:lvl1pPr>
            <a:lvl2pPr lvl="1"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2pPr>
            <a:lvl3pPr lvl="2"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3pPr>
            <a:lvl4pPr lvl="3"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4pPr>
            <a:lvl5pPr lvl="4" algn="l">
              <a:lnSpc>
                <a:spcPct val="100000"/>
              </a:lnSpc>
              <a:spcBef>
                <a:spcPts val="0"/>
              </a:spcBef>
              <a:spcAft>
                <a:spcPts val="0"/>
              </a:spcAft>
              <a:buClr>
                <a:schemeClr val="dk1"/>
              </a:buClr>
              <a:buSzPts val="1800"/>
              <a:buFont typeface="Calibri"/>
              <a:buNone/>
              <a:defRPr sz="1800" b="0" i="0" u="none">
                <a:solidFill>
                  <a:schemeClr val="dk1"/>
                </a:solidFill>
                <a:latin typeface="Calibri"/>
                <a:ea typeface="Calibri"/>
                <a:cs typeface="Calibri"/>
                <a:sym typeface="Calibri"/>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4" name="Google Shape;144;p43"/>
          <p:cNvSpPr txBox="1">
            <a:spLocks noGrp="1"/>
          </p:cNvSpPr>
          <p:nvPr>
            <p:ph type="sldNum" idx="12"/>
          </p:nvPr>
        </p:nvSpPr>
        <p:spPr>
          <a:xfrm>
            <a:off x="8737600" y="6356350"/>
            <a:ext cx="2843212" cy="3635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1"/>
        <p:cNvGrpSpPr/>
        <p:nvPr/>
      </p:nvGrpSpPr>
      <p:grpSpPr>
        <a:xfrm>
          <a:off x="0" y="0"/>
          <a:ext cx="0" cy="0"/>
          <a:chOff x="0" y="0"/>
          <a:chExt cx="0" cy="0"/>
        </a:xfrm>
      </p:grpSpPr>
      <p:sp>
        <p:nvSpPr>
          <p:cNvPr id="152" name="Google Shape;152;p2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53" name="Google Shape;153;p2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609600" y="273050"/>
            <a:ext cx="10971213" cy="1143000"/>
          </a:xfrm>
          <a:prstGeom prst="rect">
            <a:avLst/>
          </a:prstGeom>
          <a:noFill/>
          <a:ln>
            <a:noFill/>
          </a:ln>
        </p:spPr>
        <p:txBody>
          <a:bodyPr spcFirstLastPara="1" wrap="square" lIns="0" tIns="0" rIns="0" bIns="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56" name="Google Shape;156;p21"/>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157" name="Google Shape;157;p2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58" name="Google Shape;158;p2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9"/>
        <p:cNvGrpSpPr/>
        <p:nvPr/>
      </p:nvGrpSpPr>
      <p:grpSpPr>
        <a:xfrm>
          <a:off x="0" y="0"/>
          <a:ext cx="0" cy="0"/>
          <a:chOff x="0" y="0"/>
          <a:chExt cx="0" cy="0"/>
        </a:xfrm>
      </p:grpSpPr>
      <p:sp>
        <p:nvSpPr>
          <p:cNvPr id="160" name="Google Shape;160;p44"/>
          <p:cNvSpPr txBox="1">
            <a:spLocks noGrp="1"/>
          </p:cNvSpPr>
          <p:nvPr>
            <p:ph type="ctrTitle"/>
          </p:nvPr>
        </p:nvSpPr>
        <p:spPr>
          <a:xfrm>
            <a:off x="914400" y="2130426"/>
            <a:ext cx="10363200" cy="1470025"/>
          </a:xfrm>
          <a:prstGeom prst="rect">
            <a:avLst/>
          </a:prstGeom>
          <a:noFill/>
          <a:ln>
            <a:noFill/>
          </a:ln>
        </p:spPr>
        <p:txBody>
          <a:bodyPr spcFirstLastPara="1" wrap="square" lIns="0" tIns="0" rIns="0" bIns="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61" name="Google Shape;161;p44"/>
          <p:cNvSpPr txBox="1">
            <a:spLocks noGrp="1"/>
          </p:cNvSpPr>
          <p:nvPr>
            <p:ph type="subTitle" idx="1"/>
          </p:nvPr>
        </p:nvSpPr>
        <p:spPr>
          <a:xfrm>
            <a:off x="1828800" y="3886200"/>
            <a:ext cx="8534400" cy="1752600"/>
          </a:xfrm>
          <a:prstGeom prst="rect">
            <a:avLst/>
          </a:prstGeom>
          <a:noFill/>
          <a:ln>
            <a:noFill/>
          </a:ln>
        </p:spPr>
        <p:txBody>
          <a:bodyPr spcFirstLastPara="1" wrap="square" lIns="0" tIns="69075" rIns="0" bIns="0" anchor="t" anchorCtr="0">
            <a:noAutofit/>
          </a:bodyPr>
          <a:lstStyle>
            <a:lvl1pPr lvl="0" algn="ctr">
              <a:lnSpc>
                <a:spcPct val="83000"/>
              </a:lnSpc>
              <a:spcBef>
                <a:spcPts val="1425"/>
              </a:spcBef>
              <a:spcAft>
                <a:spcPts val="0"/>
              </a:spcAft>
              <a:buSzPts val="3200"/>
              <a:buNone/>
              <a:defRPr/>
            </a:lvl1pPr>
            <a:lvl2pPr lvl="1" algn="ctr">
              <a:lnSpc>
                <a:spcPct val="83000"/>
              </a:lnSpc>
              <a:spcBef>
                <a:spcPts val="1140"/>
              </a:spcBef>
              <a:spcAft>
                <a:spcPts val="0"/>
              </a:spcAft>
              <a:buSzPts val="2400"/>
              <a:buNone/>
              <a:defRPr/>
            </a:lvl2pPr>
            <a:lvl3pPr lvl="2" algn="ctr">
              <a:lnSpc>
                <a:spcPct val="83000"/>
              </a:lnSpc>
              <a:spcBef>
                <a:spcPts val="850"/>
              </a:spcBef>
              <a:spcAft>
                <a:spcPts val="0"/>
              </a:spcAft>
              <a:buSzPts val="2000"/>
              <a:buNone/>
              <a:defRPr/>
            </a:lvl3pPr>
            <a:lvl4pPr lvl="3" algn="ctr">
              <a:lnSpc>
                <a:spcPct val="83000"/>
              </a:lnSpc>
              <a:spcBef>
                <a:spcPts val="575"/>
              </a:spcBef>
              <a:spcAft>
                <a:spcPts val="0"/>
              </a:spcAft>
              <a:buSzPts val="2000"/>
              <a:buNone/>
              <a:defRPr/>
            </a:lvl4pPr>
            <a:lvl5pPr lvl="4" algn="ctr">
              <a:lnSpc>
                <a:spcPct val="83000"/>
              </a:lnSpc>
              <a:spcBef>
                <a:spcPts val="290"/>
              </a:spcBef>
              <a:spcAft>
                <a:spcPts val="0"/>
              </a:spcAft>
              <a:buSzPts val="2000"/>
              <a:buNone/>
              <a:defRPr/>
            </a:lvl5pPr>
            <a:lvl6pPr lvl="5" algn="ctr">
              <a:lnSpc>
                <a:spcPct val="83000"/>
              </a:lnSpc>
              <a:spcBef>
                <a:spcPts val="290"/>
              </a:spcBef>
              <a:spcAft>
                <a:spcPts val="0"/>
              </a:spcAft>
              <a:buSzPts val="2000"/>
              <a:buNone/>
              <a:defRPr/>
            </a:lvl6pPr>
            <a:lvl7pPr lvl="6" algn="ctr">
              <a:lnSpc>
                <a:spcPct val="83000"/>
              </a:lnSpc>
              <a:spcBef>
                <a:spcPts val="290"/>
              </a:spcBef>
              <a:spcAft>
                <a:spcPts val="0"/>
              </a:spcAft>
              <a:buSzPts val="2000"/>
              <a:buNone/>
              <a:defRPr/>
            </a:lvl7pPr>
            <a:lvl8pPr lvl="7" algn="ctr">
              <a:lnSpc>
                <a:spcPct val="83000"/>
              </a:lnSpc>
              <a:spcBef>
                <a:spcPts val="290"/>
              </a:spcBef>
              <a:spcAft>
                <a:spcPts val="0"/>
              </a:spcAft>
              <a:buSzPts val="2000"/>
              <a:buNone/>
              <a:defRPr/>
            </a:lvl8pPr>
            <a:lvl9pPr lvl="8" algn="ctr">
              <a:lnSpc>
                <a:spcPct val="83000"/>
              </a:lnSpc>
              <a:spcBef>
                <a:spcPts val="290"/>
              </a:spcBef>
              <a:spcAft>
                <a:spcPts val="0"/>
              </a:spcAft>
              <a:buSzPts val="2000"/>
              <a:buNone/>
              <a:defRPr/>
            </a:lvl9pPr>
          </a:lstStyle>
          <a:p>
            <a:endParaRPr/>
          </a:p>
        </p:txBody>
      </p:sp>
      <p:sp>
        <p:nvSpPr>
          <p:cNvPr id="162" name="Google Shape;162;p4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63" name="Google Shape;163;p4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4"/>
        <p:cNvGrpSpPr/>
        <p:nvPr/>
      </p:nvGrpSpPr>
      <p:grpSpPr>
        <a:xfrm>
          <a:off x="0" y="0"/>
          <a:ext cx="0" cy="0"/>
          <a:chOff x="0" y="0"/>
          <a:chExt cx="0" cy="0"/>
        </a:xfrm>
      </p:grpSpPr>
      <p:sp>
        <p:nvSpPr>
          <p:cNvPr id="165" name="Google Shape;165;p45"/>
          <p:cNvSpPr txBox="1">
            <a:spLocks noGrp="1"/>
          </p:cNvSpPr>
          <p:nvPr>
            <p:ph type="title"/>
          </p:nvPr>
        </p:nvSpPr>
        <p:spPr>
          <a:xfrm>
            <a:off x="963084" y="4406901"/>
            <a:ext cx="10363200" cy="1362075"/>
          </a:xfrm>
          <a:prstGeom prst="rect">
            <a:avLst/>
          </a:prstGeom>
          <a:noFill/>
          <a:ln>
            <a:noFill/>
          </a:ln>
        </p:spPr>
        <p:txBody>
          <a:bodyPr spcFirstLastPara="1" wrap="square" lIns="0" tIns="0" rIns="0" bIns="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66" name="Google Shape;166;p45"/>
          <p:cNvSpPr txBox="1">
            <a:spLocks noGrp="1"/>
          </p:cNvSpPr>
          <p:nvPr>
            <p:ph type="body" idx="1"/>
          </p:nvPr>
        </p:nvSpPr>
        <p:spPr>
          <a:xfrm>
            <a:off x="963084" y="2906713"/>
            <a:ext cx="10363200" cy="1500187"/>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40"/>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90"/>
              </a:spcBef>
              <a:spcAft>
                <a:spcPts val="0"/>
              </a:spcAft>
              <a:buSzPts val="1400"/>
              <a:buNone/>
              <a:defRPr sz="1400"/>
            </a:lvl5pPr>
            <a:lvl6pPr marL="2743200" lvl="5" indent="-228600" algn="l">
              <a:lnSpc>
                <a:spcPct val="83000"/>
              </a:lnSpc>
              <a:spcBef>
                <a:spcPts val="290"/>
              </a:spcBef>
              <a:spcAft>
                <a:spcPts val="0"/>
              </a:spcAft>
              <a:buSzPts val="1400"/>
              <a:buNone/>
              <a:defRPr sz="1400"/>
            </a:lvl6pPr>
            <a:lvl7pPr marL="3200400" lvl="6" indent="-228600" algn="l">
              <a:lnSpc>
                <a:spcPct val="83000"/>
              </a:lnSpc>
              <a:spcBef>
                <a:spcPts val="290"/>
              </a:spcBef>
              <a:spcAft>
                <a:spcPts val="0"/>
              </a:spcAft>
              <a:buSzPts val="1400"/>
              <a:buNone/>
              <a:defRPr sz="1400"/>
            </a:lvl7pPr>
            <a:lvl8pPr marL="3657600" lvl="7" indent="-228600" algn="l">
              <a:lnSpc>
                <a:spcPct val="83000"/>
              </a:lnSpc>
              <a:spcBef>
                <a:spcPts val="290"/>
              </a:spcBef>
              <a:spcAft>
                <a:spcPts val="0"/>
              </a:spcAft>
              <a:buSzPts val="1400"/>
              <a:buNone/>
              <a:defRPr sz="1400"/>
            </a:lvl8pPr>
            <a:lvl9pPr marL="4114800" lvl="8" indent="-228600" algn="l">
              <a:lnSpc>
                <a:spcPct val="83000"/>
              </a:lnSpc>
              <a:spcBef>
                <a:spcPts val="290"/>
              </a:spcBef>
              <a:spcAft>
                <a:spcPts val="0"/>
              </a:spcAft>
              <a:buSzPts val="1400"/>
              <a:buNone/>
              <a:defRPr sz="1400"/>
            </a:lvl9pPr>
          </a:lstStyle>
          <a:p>
            <a:endParaRPr/>
          </a:p>
        </p:txBody>
      </p:sp>
      <p:sp>
        <p:nvSpPr>
          <p:cNvPr id="167" name="Google Shape;167;p4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68" name="Google Shape;168;p4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69"/>
        <p:cNvGrpSpPr/>
        <p:nvPr/>
      </p:nvGrpSpPr>
      <p:grpSpPr>
        <a:xfrm>
          <a:off x="0" y="0"/>
          <a:ext cx="0" cy="0"/>
          <a:chOff x="0" y="0"/>
          <a:chExt cx="0" cy="0"/>
        </a:xfrm>
      </p:grpSpPr>
      <p:sp>
        <p:nvSpPr>
          <p:cNvPr id="170" name="Google Shape;170;p46"/>
          <p:cNvSpPr txBox="1">
            <a:spLocks noGrp="1"/>
          </p:cNvSpPr>
          <p:nvPr>
            <p:ph type="title"/>
          </p:nvPr>
        </p:nvSpPr>
        <p:spPr>
          <a:xfrm>
            <a:off x="609600" y="273050"/>
            <a:ext cx="10971213" cy="1143000"/>
          </a:xfrm>
          <a:prstGeom prst="rect">
            <a:avLst/>
          </a:prstGeom>
          <a:noFill/>
          <a:ln>
            <a:noFill/>
          </a:ln>
        </p:spPr>
        <p:txBody>
          <a:bodyPr spcFirstLastPara="1" wrap="square" lIns="0" tIns="0" rIns="0" bIns="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71" name="Google Shape;171;p46"/>
          <p:cNvSpPr txBox="1">
            <a:spLocks noGrp="1"/>
          </p:cNvSpPr>
          <p:nvPr>
            <p:ph type="body" idx="1"/>
          </p:nvPr>
        </p:nvSpPr>
        <p:spPr>
          <a:xfrm>
            <a:off x="609601" y="1604963"/>
            <a:ext cx="5382684"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72" name="Google Shape;172;p46"/>
          <p:cNvSpPr txBox="1">
            <a:spLocks noGrp="1"/>
          </p:cNvSpPr>
          <p:nvPr>
            <p:ph type="body" idx="2"/>
          </p:nvPr>
        </p:nvSpPr>
        <p:spPr>
          <a:xfrm>
            <a:off x="6195484" y="1604963"/>
            <a:ext cx="5384800"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73" name="Google Shape;173;p4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74" name="Google Shape;174;p4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5"/>
        <p:cNvGrpSpPr/>
        <p:nvPr/>
      </p:nvGrpSpPr>
      <p:grpSpPr>
        <a:xfrm>
          <a:off x="0" y="0"/>
          <a:ext cx="0" cy="0"/>
          <a:chOff x="0" y="0"/>
          <a:chExt cx="0" cy="0"/>
        </a:xfrm>
      </p:grpSpPr>
      <p:sp>
        <p:nvSpPr>
          <p:cNvPr id="176" name="Google Shape;176;p47"/>
          <p:cNvSpPr txBox="1">
            <a:spLocks noGrp="1"/>
          </p:cNvSpPr>
          <p:nvPr>
            <p:ph type="title"/>
          </p:nvPr>
        </p:nvSpPr>
        <p:spPr>
          <a:xfrm>
            <a:off x="609600" y="274638"/>
            <a:ext cx="10972800" cy="1143000"/>
          </a:xfrm>
          <a:prstGeom prst="rect">
            <a:avLst/>
          </a:prstGeom>
          <a:noFill/>
          <a:ln>
            <a:noFill/>
          </a:ln>
        </p:spPr>
        <p:txBody>
          <a:bodyPr spcFirstLastPara="1" wrap="square" lIns="0" tIns="0" rIns="0" bIns="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77" name="Google Shape;177;p47"/>
          <p:cNvSpPr txBox="1">
            <a:spLocks noGrp="1"/>
          </p:cNvSpPr>
          <p:nvPr>
            <p:ph type="body" idx="1"/>
          </p:nvPr>
        </p:nvSpPr>
        <p:spPr>
          <a:xfrm>
            <a:off x="609600" y="1535113"/>
            <a:ext cx="5386917"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78" name="Google Shape;178;p47"/>
          <p:cNvSpPr txBox="1">
            <a:spLocks noGrp="1"/>
          </p:cNvSpPr>
          <p:nvPr>
            <p:ph type="body" idx="2"/>
          </p:nvPr>
        </p:nvSpPr>
        <p:spPr>
          <a:xfrm>
            <a:off x="609600" y="2174875"/>
            <a:ext cx="5386917"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79" name="Google Shape;179;p47"/>
          <p:cNvSpPr txBox="1">
            <a:spLocks noGrp="1"/>
          </p:cNvSpPr>
          <p:nvPr>
            <p:ph type="body" idx="3"/>
          </p:nvPr>
        </p:nvSpPr>
        <p:spPr>
          <a:xfrm>
            <a:off x="6193368" y="1535113"/>
            <a:ext cx="5389033"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80" name="Google Shape;180;p47"/>
          <p:cNvSpPr txBox="1">
            <a:spLocks noGrp="1"/>
          </p:cNvSpPr>
          <p:nvPr>
            <p:ph type="body" idx="4"/>
          </p:nvPr>
        </p:nvSpPr>
        <p:spPr>
          <a:xfrm>
            <a:off x="6193368" y="2174875"/>
            <a:ext cx="5389033"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81" name="Google Shape;181;p4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82" name="Google Shape;182;p4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3"/>
        <p:cNvGrpSpPr/>
        <p:nvPr/>
      </p:nvGrpSpPr>
      <p:grpSpPr>
        <a:xfrm>
          <a:off x="0" y="0"/>
          <a:ext cx="0" cy="0"/>
          <a:chOff x="0" y="0"/>
          <a:chExt cx="0" cy="0"/>
        </a:xfrm>
      </p:grpSpPr>
      <p:sp>
        <p:nvSpPr>
          <p:cNvPr id="184" name="Google Shape;184;p48"/>
          <p:cNvSpPr txBox="1">
            <a:spLocks noGrp="1"/>
          </p:cNvSpPr>
          <p:nvPr>
            <p:ph type="title"/>
          </p:nvPr>
        </p:nvSpPr>
        <p:spPr>
          <a:xfrm>
            <a:off x="609600" y="273050"/>
            <a:ext cx="10971213" cy="1143000"/>
          </a:xfrm>
          <a:prstGeom prst="rect">
            <a:avLst/>
          </a:prstGeom>
          <a:noFill/>
          <a:ln>
            <a:noFill/>
          </a:ln>
        </p:spPr>
        <p:txBody>
          <a:bodyPr spcFirstLastPara="1" wrap="square" lIns="0" tIns="0" rIns="0" bIns="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85" name="Google Shape;185;p4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86" name="Google Shape;186;p4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87"/>
        <p:cNvGrpSpPr/>
        <p:nvPr/>
      </p:nvGrpSpPr>
      <p:grpSpPr>
        <a:xfrm>
          <a:off x="0" y="0"/>
          <a:ext cx="0" cy="0"/>
          <a:chOff x="0" y="0"/>
          <a:chExt cx="0" cy="0"/>
        </a:xfrm>
      </p:grpSpPr>
      <p:sp>
        <p:nvSpPr>
          <p:cNvPr id="188" name="Google Shape;188;p49"/>
          <p:cNvSpPr txBox="1">
            <a:spLocks noGrp="1"/>
          </p:cNvSpPr>
          <p:nvPr>
            <p:ph type="title"/>
          </p:nvPr>
        </p:nvSpPr>
        <p:spPr>
          <a:xfrm>
            <a:off x="609601" y="273050"/>
            <a:ext cx="4011084" cy="1162050"/>
          </a:xfrm>
          <a:prstGeom prst="rect">
            <a:avLst/>
          </a:prstGeom>
          <a:noFill/>
          <a:ln>
            <a:noFill/>
          </a:ln>
        </p:spPr>
        <p:txBody>
          <a:bodyPr spcFirstLastPara="1" wrap="square" lIns="0" tIns="0" rIns="0" bIns="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89" name="Google Shape;189;p49"/>
          <p:cNvSpPr txBox="1">
            <a:spLocks noGrp="1"/>
          </p:cNvSpPr>
          <p:nvPr>
            <p:ph type="body" idx="1"/>
          </p:nvPr>
        </p:nvSpPr>
        <p:spPr>
          <a:xfrm>
            <a:off x="4766733" y="273051"/>
            <a:ext cx="6815667" cy="5853113"/>
          </a:xfrm>
          <a:prstGeom prst="rect">
            <a:avLst/>
          </a:prstGeom>
          <a:noFill/>
          <a:ln>
            <a:noFill/>
          </a:ln>
        </p:spPr>
        <p:txBody>
          <a:bodyPr spcFirstLastPara="1" wrap="square" lIns="0" tIns="69075" rIns="0" bIns="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40"/>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90"/>
              </a:spcBef>
              <a:spcAft>
                <a:spcPts val="0"/>
              </a:spcAft>
              <a:buSzPts val="2000"/>
              <a:buChar char="»"/>
              <a:defRPr sz="2000"/>
            </a:lvl5pPr>
            <a:lvl6pPr marL="2743200" lvl="5" indent="-228600" algn="l">
              <a:lnSpc>
                <a:spcPct val="83000"/>
              </a:lnSpc>
              <a:spcBef>
                <a:spcPts val="290"/>
              </a:spcBef>
              <a:spcAft>
                <a:spcPts val="0"/>
              </a:spcAft>
              <a:buSzPts val="1400"/>
              <a:buNone/>
              <a:defRPr sz="2000"/>
            </a:lvl6pPr>
            <a:lvl7pPr marL="3200400" lvl="6" indent="-228600" algn="l">
              <a:lnSpc>
                <a:spcPct val="83000"/>
              </a:lnSpc>
              <a:spcBef>
                <a:spcPts val="290"/>
              </a:spcBef>
              <a:spcAft>
                <a:spcPts val="0"/>
              </a:spcAft>
              <a:buSzPts val="1400"/>
              <a:buNone/>
              <a:defRPr sz="2000"/>
            </a:lvl7pPr>
            <a:lvl8pPr marL="3657600" lvl="7" indent="-228600" algn="l">
              <a:lnSpc>
                <a:spcPct val="83000"/>
              </a:lnSpc>
              <a:spcBef>
                <a:spcPts val="290"/>
              </a:spcBef>
              <a:spcAft>
                <a:spcPts val="0"/>
              </a:spcAft>
              <a:buSzPts val="1400"/>
              <a:buNone/>
              <a:defRPr sz="2000"/>
            </a:lvl8pPr>
            <a:lvl9pPr marL="4114800" lvl="8" indent="-228600" algn="l">
              <a:lnSpc>
                <a:spcPct val="83000"/>
              </a:lnSpc>
              <a:spcBef>
                <a:spcPts val="290"/>
              </a:spcBef>
              <a:spcAft>
                <a:spcPts val="0"/>
              </a:spcAft>
              <a:buSzPts val="1400"/>
              <a:buNone/>
              <a:defRPr sz="2000"/>
            </a:lvl9pPr>
          </a:lstStyle>
          <a:p>
            <a:endParaRPr/>
          </a:p>
        </p:txBody>
      </p:sp>
      <p:sp>
        <p:nvSpPr>
          <p:cNvPr id="190" name="Google Shape;190;p49"/>
          <p:cNvSpPr txBox="1">
            <a:spLocks noGrp="1"/>
          </p:cNvSpPr>
          <p:nvPr>
            <p:ph type="body" idx="2"/>
          </p:nvPr>
        </p:nvSpPr>
        <p:spPr>
          <a:xfrm>
            <a:off x="609601" y="1435101"/>
            <a:ext cx="4011084" cy="4691063"/>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91" name="Google Shape;191;p4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92" name="Google Shape;192;p4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93"/>
        <p:cNvGrpSpPr/>
        <p:nvPr/>
      </p:nvGrpSpPr>
      <p:grpSpPr>
        <a:xfrm>
          <a:off x="0" y="0"/>
          <a:ext cx="0" cy="0"/>
          <a:chOff x="0" y="0"/>
          <a:chExt cx="0" cy="0"/>
        </a:xfrm>
      </p:grpSpPr>
      <p:sp>
        <p:nvSpPr>
          <p:cNvPr id="194" name="Google Shape;194;p50"/>
          <p:cNvSpPr txBox="1">
            <a:spLocks noGrp="1"/>
          </p:cNvSpPr>
          <p:nvPr>
            <p:ph type="title"/>
          </p:nvPr>
        </p:nvSpPr>
        <p:spPr>
          <a:xfrm>
            <a:off x="2389717" y="4800600"/>
            <a:ext cx="7315200" cy="566738"/>
          </a:xfrm>
          <a:prstGeom prst="rect">
            <a:avLst/>
          </a:prstGeom>
          <a:noFill/>
          <a:ln>
            <a:noFill/>
          </a:ln>
        </p:spPr>
        <p:txBody>
          <a:bodyPr spcFirstLastPara="1" wrap="square" lIns="0" tIns="0" rIns="0" bIns="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95" name="Google Shape;195;p50"/>
          <p:cNvSpPr>
            <a:spLocks noGrp="1"/>
          </p:cNvSpPr>
          <p:nvPr>
            <p:ph type="pic" idx="2"/>
          </p:nvPr>
        </p:nvSpPr>
        <p:spPr>
          <a:xfrm>
            <a:off x="2389717" y="612775"/>
            <a:ext cx="7315200" cy="4114800"/>
          </a:xfrm>
          <a:prstGeom prst="rect">
            <a:avLst/>
          </a:prstGeom>
          <a:noFill/>
          <a:ln>
            <a:noFill/>
          </a:ln>
        </p:spPr>
      </p:sp>
      <p:sp>
        <p:nvSpPr>
          <p:cNvPr id="196" name="Google Shape;196;p50"/>
          <p:cNvSpPr txBox="1">
            <a:spLocks noGrp="1"/>
          </p:cNvSpPr>
          <p:nvPr>
            <p:ph type="body" idx="1"/>
          </p:nvPr>
        </p:nvSpPr>
        <p:spPr>
          <a:xfrm>
            <a:off x="2389717" y="5367338"/>
            <a:ext cx="7315200" cy="804862"/>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97" name="Google Shape;197;p5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98" name="Google Shape;198;p5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99"/>
        <p:cNvGrpSpPr/>
        <p:nvPr/>
      </p:nvGrpSpPr>
      <p:grpSpPr>
        <a:xfrm>
          <a:off x="0" y="0"/>
          <a:ext cx="0" cy="0"/>
          <a:chOff x="0" y="0"/>
          <a:chExt cx="0" cy="0"/>
        </a:xfrm>
      </p:grpSpPr>
      <p:sp>
        <p:nvSpPr>
          <p:cNvPr id="200" name="Google Shape;200;p51"/>
          <p:cNvSpPr txBox="1">
            <a:spLocks noGrp="1"/>
          </p:cNvSpPr>
          <p:nvPr>
            <p:ph type="title"/>
          </p:nvPr>
        </p:nvSpPr>
        <p:spPr>
          <a:xfrm>
            <a:off x="609600" y="273050"/>
            <a:ext cx="10971213" cy="1143000"/>
          </a:xfrm>
          <a:prstGeom prst="rect">
            <a:avLst/>
          </a:prstGeom>
          <a:noFill/>
          <a:ln>
            <a:noFill/>
          </a:ln>
        </p:spPr>
        <p:txBody>
          <a:bodyPr spcFirstLastPara="1" wrap="square" lIns="0" tIns="0" rIns="0" bIns="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201" name="Google Shape;201;p51"/>
          <p:cNvSpPr txBox="1">
            <a:spLocks noGrp="1"/>
          </p:cNvSpPr>
          <p:nvPr>
            <p:ph type="body" idx="1"/>
          </p:nvPr>
        </p:nvSpPr>
        <p:spPr>
          <a:xfrm rot="5400000">
            <a:off x="4107657" y="-1893094"/>
            <a:ext cx="3975100" cy="10971213"/>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202" name="Google Shape;202;p5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03" name="Google Shape;203;p5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04"/>
        <p:cNvGrpSpPr/>
        <p:nvPr/>
      </p:nvGrpSpPr>
      <p:grpSpPr>
        <a:xfrm>
          <a:off x="0" y="0"/>
          <a:ext cx="0" cy="0"/>
          <a:chOff x="0" y="0"/>
          <a:chExt cx="0" cy="0"/>
        </a:xfrm>
      </p:grpSpPr>
      <p:sp>
        <p:nvSpPr>
          <p:cNvPr id="205" name="Google Shape;205;p52"/>
          <p:cNvSpPr txBox="1">
            <a:spLocks noGrp="1"/>
          </p:cNvSpPr>
          <p:nvPr>
            <p:ph type="title"/>
          </p:nvPr>
        </p:nvSpPr>
        <p:spPr>
          <a:xfrm rot="5400000">
            <a:off x="7556236" y="1556015"/>
            <a:ext cx="5307013" cy="2741084"/>
          </a:xfrm>
          <a:prstGeom prst="rect">
            <a:avLst/>
          </a:prstGeom>
          <a:noFill/>
          <a:ln>
            <a:noFill/>
          </a:ln>
        </p:spPr>
        <p:txBody>
          <a:bodyPr spcFirstLastPara="1" wrap="square" lIns="0" tIns="0" rIns="0" bIns="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206" name="Google Shape;206;p52"/>
          <p:cNvSpPr txBox="1">
            <a:spLocks noGrp="1"/>
          </p:cNvSpPr>
          <p:nvPr>
            <p:ph type="body" idx="1"/>
          </p:nvPr>
        </p:nvSpPr>
        <p:spPr>
          <a:xfrm rot="5400000">
            <a:off x="1969294" y="-1086643"/>
            <a:ext cx="5307013" cy="80264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207" name="Google Shape;207;p5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08" name="Google Shape;208;p5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1pPr>
            <a:lvl2pPr marR="0" lvl="1"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2pPr>
            <a:lvl3pPr marR="0" lvl="2"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3pPr>
            <a:lvl4pPr marR="0" lvl="3"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4pPr>
            <a:lvl5pPr marR="0" lvl="4"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5pPr>
            <a:lvl6pPr marR="0" lvl="5"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1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2" name="Google Shape;12;p15"/>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sp>
        <p:nvSpPr>
          <p:cNvPr id="13" name="Google Shape;13;p1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
        <p:nvSpPr>
          <p:cNvPr id="14" name="Google Shape;14;p15"/>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marR="0" lvl="0" indent="-431800" algn="l" rtl="0">
              <a:lnSpc>
                <a:spcPct val="83000"/>
              </a:lnSpc>
              <a:spcBef>
                <a:spcPts val="1425"/>
              </a:spcBef>
              <a:spcAft>
                <a:spcPts val="0"/>
              </a:spcAft>
              <a:buClr>
                <a:srgbClr val="000000"/>
              </a:buClr>
              <a:buSzPts val="3200"/>
              <a:buFont typeface="Times New Roman"/>
              <a:buChar char="•"/>
              <a:defRPr sz="3200" b="0" i="0" u="none" strike="noStrike" cap="none">
                <a:solidFill>
                  <a:srgbClr val="000000"/>
                </a:solidFill>
                <a:latin typeface="Calibri"/>
                <a:ea typeface="Calibri"/>
                <a:cs typeface="Calibri"/>
                <a:sym typeface="Calibri"/>
              </a:defRPr>
            </a:lvl1pPr>
            <a:lvl2pPr marL="914400" marR="0" lvl="1" indent="-381000" algn="l" rtl="0">
              <a:lnSpc>
                <a:spcPct val="83000"/>
              </a:lnSpc>
              <a:spcBef>
                <a:spcPts val="1140"/>
              </a:spcBef>
              <a:spcAft>
                <a:spcPts val="0"/>
              </a:spcAft>
              <a:buClr>
                <a:srgbClr val="000000"/>
              </a:buClr>
              <a:buSzPts val="2400"/>
              <a:buFont typeface="Times New Roman"/>
              <a:buChar char="–"/>
              <a:defRPr sz="2400" b="0" i="0" u="none" strike="noStrike" cap="none">
                <a:solidFill>
                  <a:srgbClr val="000000"/>
                </a:solidFill>
                <a:latin typeface="Calibri"/>
                <a:ea typeface="Calibri"/>
                <a:cs typeface="Calibri"/>
                <a:sym typeface="Calibri"/>
              </a:defRPr>
            </a:lvl2pPr>
            <a:lvl3pPr marL="1371600" marR="0" lvl="2" indent="-355600" algn="l" rtl="0">
              <a:lnSpc>
                <a:spcPct val="83000"/>
              </a:lnSpc>
              <a:spcBef>
                <a:spcPts val="85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3pPr>
            <a:lvl4pPr marL="1828800" marR="0" lvl="3" indent="-355600" algn="l" rtl="0">
              <a:lnSpc>
                <a:spcPct val="83000"/>
              </a:lnSpc>
              <a:spcBef>
                <a:spcPts val="5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83000"/>
              </a:lnSpc>
              <a:spcBef>
                <a:spcPts val="29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6pPr>
            <a:lvl7pPr marL="3200400" marR="0" lvl="6"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7pPr>
            <a:lvl8pPr marL="3657600" marR="0" lvl="7"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8pPr>
            <a:lvl9pPr marL="4114800" marR="0" lvl="8"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1pPr>
            <a:lvl2pPr marR="0" lvl="1"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2pPr>
            <a:lvl3pPr marR="0" lvl="2"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3pPr>
            <a:lvl4pPr marR="0" lvl="3"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4pPr>
            <a:lvl5pPr marR="0" lvl="4"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5pPr>
            <a:lvl6pPr marR="0" lvl="5"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79" name="Google Shape;79;p17"/>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83000"/>
              </a:lnSpc>
              <a:spcBef>
                <a:spcPts val="1425"/>
              </a:spcBef>
              <a:spcAft>
                <a:spcPts val="0"/>
              </a:spcAft>
              <a:buClr>
                <a:srgbClr val="000000"/>
              </a:buClr>
              <a:buSzPts val="3200"/>
              <a:buFont typeface="Times New Roman"/>
              <a:buChar char="•"/>
              <a:defRPr sz="3200" b="0" i="0" u="none" strike="noStrike" cap="none">
                <a:solidFill>
                  <a:srgbClr val="000000"/>
                </a:solidFill>
                <a:latin typeface="Calibri"/>
                <a:ea typeface="Calibri"/>
                <a:cs typeface="Calibri"/>
                <a:sym typeface="Calibri"/>
              </a:defRPr>
            </a:lvl1pPr>
            <a:lvl2pPr marL="914400" marR="0" lvl="1" indent="-381000" algn="l" rtl="0">
              <a:lnSpc>
                <a:spcPct val="83000"/>
              </a:lnSpc>
              <a:spcBef>
                <a:spcPts val="1140"/>
              </a:spcBef>
              <a:spcAft>
                <a:spcPts val="0"/>
              </a:spcAft>
              <a:buClr>
                <a:srgbClr val="000000"/>
              </a:buClr>
              <a:buSzPts val="2400"/>
              <a:buFont typeface="Times New Roman"/>
              <a:buChar char="–"/>
              <a:defRPr sz="2400" b="0" i="0" u="none" strike="noStrike" cap="none">
                <a:solidFill>
                  <a:srgbClr val="000000"/>
                </a:solidFill>
                <a:latin typeface="Calibri"/>
                <a:ea typeface="Calibri"/>
                <a:cs typeface="Calibri"/>
                <a:sym typeface="Calibri"/>
              </a:defRPr>
            </a:lvl2pPr>
            <a:lvl3pPr marL="1371600" marR="0" lvl="2" indent="-355600" algn="l" rtl="0">
              <a:lnSpc>
                <a:spcPct val="83000"/>
              </a:lnSpc>
              <a:spcBef>
                <a:spcPts val="85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3pPr>
            <a:lvl4pPr marL="1828800" marR="0" lvl="3" indent="-355600" algn="l" rtl="0">
              <a:lnSpc>
                <a:spcPct val="83000"/>
              </a:lnSpc>
              <a:spcBef>
                <a:spcPts val="5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83000"/>
              </a:lnSpc>
              <a:spcBef>
                <a:spcPts val="29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6pPr>
            <a:lvl7pPr marL="3200400" marR="0" lvl="6"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7pPr>
            <a:lvl8pPr marL="3657600" marR="0" lvl="7"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8pPr>
            <a:lvl9pPr marL="4114800" marR="0" lvl="8"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9pPr>
          </a:lstStyle>
          <a:p>
            <a:endParaRPr/>
          </a:p>
        </p:txBody>
      </p:sp>
      <p:sp>
        <p:nvSpPr>
          <p:cNvPr id="80" name="Google Shape;80;p1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1" name="Google Shape;81;p17"/>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sp>
        <p:nvSpPr>
          <p:cNvPr id="82" name="Google Shape;82;p1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
        <p:cNvGrpSpPr/>
        <p:nvPr/>
      </p:nvGrpSpPr>
      <p:grpSpPr>
        <a:xfrm>
          <a:off x="0" y="0"/>
          <a:ext cx="0" cy="0"/>
          <a:chOff x="0" y="0"/>
          <a:chExt cx="0" cy="0"/>
        </a:xfrm>
      </p:grpSpPr>
      <p:sp>
        <p:nvSpPr>
          <p:cNvPr id="146" name="Google Shape;146;p1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47" name="Google Shape;147;p19"/>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sp>
        <p:nvSpPr>
          <p:cNvPr id="148" name="Google Shape;148;p1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latin typeface="Arial"/>
              <a:ea typeface="Arial"/>
              <a:cs typeface="Arial"/>
              <a:sym typeface="Arial"/>
            </a:endParaRPr>
          </a:p>
        </p:txBody>
      </p:sp>
      <p:sp>
        <p:nvSpPr>
          <p:cNvPr id="149" name="Google Shape;149;p19"/>
          <p:cNvSpPr txBox="1">
            <a:spLocks noGrp="1"/>
          </p:cNvSpPr>
          <p:nvPr>
            <p:ph type="title"/>
          </p:nvPr>
        </p:nvSpPr>
        <p:spPr>
          <a:xfrm>
            <a:off x="609600" y="273050"/>
            <a:ext cx="10971213" cy="1143000"/>
          </a:xfrm>
          <a:prstGeom prst="rect">
            <a:avLst/>
          </a:prstGeom>
          <a:noFill/>
          <a:ln>
            <a:noFill/>
          </a:ln>
        </p:spPr>
        <p:txBody>
          <a:bodyPr spcFirstLastPara="1" wrap="square" lIns="0" tIns="0" rIns="0" bIns="0" anchor="ctr" anchorCtr="0">
            <a:noAutofit/>
          </a:bodyPr>
          <a:lstStyle>
            <a:lvl1pPr marR="0" lvl="0"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1pPr>
            <a:lvl2pPr marR="0" lvl="1"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2pPr>
            <a:lvl3pPr marR="0" lvl="2"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3pPr>
            <a:lvl4pPr marR="0" lvl="3"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4pPr>
            <a:lvl5pPr marR="0" lvl="4"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5pPr>
            <a:lvl6pPr marR="0" lvl="5"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50" name="Google Shape;150;p19"/>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marR="0" lvl="0" indent="-431800" algn="l" rtl="0">
              <a:lnSpc>
                <a:spcPct val="83000"/>
              </a:lnSpc>
              <a:spcBef>
                <a:spcPts val="1425"/>
              </a:spcBef>
              <a:spcAft>
                <a:spcPts val="0"/>
              </a:spcAft>
              <a:buClr>
                <a:srgbClr val="000000"/>
              </a:buClr>
              <a:buSzPts val="3200"/>
              <a:buFont typeface="Times New Roman"/>
              <a:buChar char="•"/>
              <a:defRPr sz="3200" b="0" i="0" u="none" strike="noStrike" cap="none">
                <a:solidFill>
                  <a:srgbClr val="000000"/>
                </a:solidFill>
                <a:latin typeface="Calibri"/>
                <a:ea typeface="Calibri"/>
                <a:cs typeface="Calibri"/>
                <a:sym typeface="Calibri"/>
              </a:defRPr>
            </a:lvl1pPr>
            <a:lvl2pPr marL="914400" marR="0" lvl="1" indent="-381000" algn="l" rtl="0">
              <a:lnSpc>
                <a:spcPct val="83000"/>
              </a:lnSpc>
              <a:spcBef>
                <a:spcPts val="1140"/>
              </a:spcBef>
              <a:spcAft>
                <a:spcPts val="0"/>
              </a:spcAft>
              <a:buClr>
                <a:srgbClr val="000000"/>
              </a:buClr>
              <a:buSzPts val="2400"/>
              <a:buFont typeface="Times New Roman"/>
              <a:buChar char="–"/>
              <a:defRPr sz="2400" b="0" i="0" u="none" strike="noStrike" cap="none">
                <a:solidFill>
                  <a:srgbClr val="000000"/>
                </a:solidFill>
                <a:latin typeface="Calibri"/>
                <a:ea typeface="Calibri"/>
                <a:cs typeface="Calibri"/>
                <a:sym typeface="Calibri"/>
              </a:defRPr>
            </a:lvl2pPr>
            <a:lvl3pPr marL="1371600" marR="0" lvl="2" indent="-355600" algn="l" rtl="0">
              <a:lnSpc>
                <a:spcPct val="83000"/>
              </a:lnSpc>
              <a:spcBef>
                <a:spcPts val="85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3pPr>
            <a:lvl4pPr marL="1828800" marR="0" lvl="3" indent="-355600" algn="l" rtl="0">
              <a:lnSpc>
                <a:spcPct val="83000"/>
              </a:lnSpc>
              <a:spcBef>
                <a:spcPts val="5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83000"/>
              </a:lnSpc>
              <a:spcBef>
                <a:spcPts val="29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6pPr>
            <a:lvl7pPr marL="3200400" marR="0" lvl="6"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7pPr>
            <a:lvl8pPr marL="3657600" marR="0" lvl="7"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8pPr>
            <a:lvl9pPr marL="4114800" marR="0" lvl="8"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5.xml"/><Relationship Id="rId5" Type="http://schemas.openxmlformats.org/officeDocument/2006/relationships/image" Target="../media/image3.jpe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5.xml"/><Relationship Id="rId5" Type="http://schemas.openxmlformats.org/officeDocument/2006/relationships/hyperlink" Target="https://docs.google.com/spreadsheets/d/1sscuP_CIYtd65b0EnD2QQV7Qjy5QIMhJ/edit?usp=drivesdk&amp;ouid=102035905087210704808&amp;rtpof=true&amp;sd=true" TargetMode="Externa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6.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
          <p:cNvSpPr txBox="1">
            <a:spLocks noGrp="1"/>
          </p:cNvSpPr>
          <p:nvPr>
            <p:ph type="subTitle" idx="4294967295"/>
          </p:nvPr>
        </p:nvSpPr>
        <p:spPr>
          <a:xfrm>
            <a:off x="523836" y="3605131"/>
            <a:ext cx="11668200" cy="27105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70000"/>
              </a:lnSpc>
              <a:spcBef>
                <a:spcPts val="0"/>
              </a:spcBef>
              <a:spcAft>
                <a:spcPts val="0"/>
              </a:spcAft>
              <a:buClr>
                <a:srgbClr val="000000"/>
              </a:buClr>
              <a:buSzPts val="1800"/>
              <a:buFont typeface="Times New Roman"/>
              <a:buNone/>
            </a:pPr>
            <a:r>
              <a:rPr lang="en-US" sz="1800" b="1" i="0" u="none" strike="noStrike" cap="none" dirty="0">
                <a:solidFill>
                  <a:srgbClr val="0000FF"/>
                </a:solidFill>
                <a:latin typeface="Times New Roman"/>
                <a:ea typeface="Times New Roman"/>
                <a:cs typeface="Times New Roman"/>
                <a:sym typeface="Times New Roman"/>
              </a:rPr>
              <a:t>PRESENTED BY                                                                                                GUIDED BY </a:t>
            </a:r>
            <a:endParaRPr sz="3200" b="0" i="0" u="none" strike="noStrike" cap="none" dirty="0">
              <a:solidFill>
                <a:srgbClr val="000000"/>
              </a:solidFill>
              <a:latin typeface="Calibri"/>
              <a:ea typeface="Calibri"/>
              <a:cs typeface="Calibri"/>
              <a:sym typeface="Calibri"/>
            </a:endParaRPr>
          </a:p>
          <a:p>
            <a:pPr marL="0" marR="0" lvl="0" indent="0" algn="l" rtl="0">
              <a:lnSpc>
                <a:spcPct val="170000"/>
              </a:lnSpc>
              <a:spcBef>
                <a:spcPts val="365"/>
              </a:spcBef>
              <a:spcAft>
                <a:spcPts val="0"/>
              </a:spcAft>
              <a:buClr>
                <a:srgbClr val="000000"/>
              </a:buClr>
              <a:buSzPts val="1800"/>
              <a:buFont typeface="Times New Roman"/>
              <a:buNone/>
            </a:pPr>
            <a:r>
              <a:rPr lang="en-US" sz="1800" b="1" dirty="0">
                <a:solidFill>
                  <a:srgbClr val="0C0C0C"/>
                </a:solidFill>
                <a:latin typeface="Times New Roman"/>
                <a:ea typeface="Times New Roman"/>
                <a:cs typeface="Times New Roman"/>
                <a:sym typeface="Times New Roman"/>
              </a:rPr>
              <a:t> HEMNATH A                                   </a:t>
            </a:r>
            <a:r>
              <a:rPr lang="en-US" sz="1800" b="1" i="0" u="none" strike="noStrike" cap="none" dirty="0">
                <a:solidFill>
                  <a:srgbClr val="0C0C0C"/>
                </a:solidFill>
                <a:latin typeface="Times New Roman"/>
                <a:ea typeface="Times New Roman"/>
                <a:cs typeface="Times New Roman"/>
                <a:sym typeface="Times New Roman"/>
              </a:rPr>
              <a:t>-2403811724321033                        </a:t>
            </a:r>
            <a:r>
              <a:rPr lang="en-US" sz="1800" b="1" i="0" u="none" strike="noStrike" cap="none" dirty="0" err="1">
                <a:solidFill>
                  <a:srgbClr val="0C0C0C"/>
                </a:solidFill>
                <a:latin typeface="Times New Roman"/>
                <a:ea typeface="Times New Roman"/>
                <a:cs typeface="Times New Roman"/>
                <a:sym typeface="Times New Roman"/>
              </a:rPr>
              <a:t>M</a:t>
            </a:r>
            <a:r>
              <a:rPr lang="en-US" sz="1800" b="1" dirty="0" err="1">
                <a:solidFill>
                  <a:srgbClr val="0C0C0C"/>
                </a:solidFill>
                <a:latin typeface="Times New Roman"/>
                <a:ea typeface="Times New Roman"/>
                <a:cs typeface="Times New Roman"/>
                <a:sym typeface="Times New Roman"/>
              </a:rPr>
              <a:t>r.A.JOSHUA</a:t>
            </a:r>
            <a:r>
              <a:rPr lang="en-US" sz="1800" b="1" dirty="0">
                <a:solidFill>
                  <a:srgbClr val="0C0C0C"/>
                </a:solidFill>
                <a:latin typeface="Times New Roman"/>
                <a:ea typeface="Times New Roman"/>
                <a:cs typeface="Times New Roman"/>
                <a:sym typeface="Times New Roman"/>
              </a:rPr>
              <a:t> ISSAC.M.E.,(PhD).,</a:t>
            </a:r>
            <a:endParaRPr sz="1800" b="1" i="0" u="none" strike="noStrike" cap="none" dirty="0">
              <a:solidFill>
                <a:srgbClr val="0C0C0C"/>
              </a:solidFill>
              <a:latin typeface="Times New Roman"/>
              <a:ea typeface="Times New Roman"/>
              <a:cs typeface="Times New Roman"/>
              <a:sym typeface="Times New Roman"/>
            </a:endParaRPr>
          </a:p>
          <a:p>
            <a:pPr marL="0" marR="0" lvl="0" indent="0" algn="l" rtl="0">
              <a:lnSpc>
                <a:spcPct val="170000"/>
              </a:lnSpc>
              <a:spcBef>
                <a:spcPts val="365"/>
              </a:spcBef>
              <a:spcAft>
                <a:spcPts val="0"/>
              </a:spcAft>
              <a:buClr>
                <a:srgbClr val="000000"/>
              </a:buClr>
              <a:buSzPts val="1800"/>
              <a:buFont typeface="Times New Roman"/>
              <a:buNone/>
            </a:pPr>
            <a:r>
              <a:rPr lang="en-US" sz="1800" b="1" dirty="0">
                <a:solidFill>
                  <a:srgbClr val="0C0C0C"/>
                </a:solidFill>
                <a:latin typeface="Times New Roman"/>
                <a:ea typeface="Times New Roman"/>
                <a:cs typeface="Times New Roman"/>
                <a:sym typeface="Times New Roman"/>
              </a:rPr>
              <a:t> HINDUJA P</a:t>
            </a:r>
            <a:r>
              <a:rPr lang="en-US" sz="1800" b="1" i="0" u="none" strike="noStrike" cap="none" dirty="0">
                <a:solidFill>
                  <a:srgbClr val="0C0C0C"/>
                </a:solidFill>
                <a:latin typeface="Times New Roman"/>
                <a:ea typeface="Times New Roman"/>
                <a:cs typeface="Times New Roman"/>
                <a:sym typeface="Times New Roman"/>
              </a:rPr>
              <a:t>                                      -240381172432</a:t>
            </a:r>
            <a:r>
              <a:rPr lang="en-US" sz="1800" b="1" dirty="0">
                <a:solidFill>
                  <a:srgbClr val="0C0C0C"/>
                </a:solidFill>
                <a:latin typeface="Times New Roman"/>
                <a:ea typeface="Times New Roman"/>
                <a:cs typeface="Times New Roman"/>
                <a:sym typeface="Times New Roman"/>
              </a:rPr>
              <a:t>2</a:t>
            </a:r>
            <a:r>
              <a:rPr lang="en-US" sz="1800" b="1" i="0" u="none" strike="noStrike" cap="none" dirty="0">
                <a:solidFill>
                  <a:srgbClr val="0C0C0C"/>
                </a:solidFill>
                <a:latin typeface="Times New Roman"/>
                <a:ea typeface="Times New Roman"/>
                <a:cs typeface="Times New Roman"/>
                <a:sym typeface="Times New Roman"/>
              </a:rPr>
              <a:t>034                                      AP</a:t>
            </a:r>
            <a:r>
              <a:rPr lang="en-US" sz="1800" b="1" dirty="0">
                <a:solidFill>
                  <a:srgbClr val="0C0C0C"/>
                </a:solidFill>
                <a:latin typeface="Times New Roman"/>
                <a:ea typeface="Times New Roman"/>
                <a:cs typeface="Times New Roman"/>
                <a:sym typeface="Times New Roman"/>
              </a:rPr>
              <a:t>/</a:t>
            </a:r>
            <a:r>
              <a:rPr lang="en-US" sz="1800" b="1" i="0" u="none" strike="noStrike" cap="none" dirty="0">
                <a:solidFill>
                  <a:srgbClr val="0C0C0C"/>
                </a:solidFill>
                <a:latin typeface="Times New Roman"/>
                <a:ea typeface="Times New Roman"/>
                <a:cs typeface="Times New Roman"/>
                <a:sym typeface="Times New Roman"/>
              </a:rPr>
              <a:t>AIDS</a:t>
            </a:r>
            <a:endParaRPr sz="1800" b="1" i="0" u="none" strike="noStrike" cap="none" dirty="0">
              <a:solidFill>
                <a:srgbClr val="0C0C0C"/>
              </a:solidFill>
              <a:latin typeface="Times New Roman"/>
              <a:ea typeface="Times New Roman"/>
              <a:cs typeface="Times New Roman"/>
              <a:sym typeface="Times New Roman"/>
            </a:endParaRPr>
          </a:p>
          <a:p>
            <a:pPr marL="0" marR="0" lvl="0" indent="0" algn="l" rtl="0">
              <a:lnSpc>
                <a:spcPct val="170000"/>
              </a:lnSpc>
              <a:spcBef>
                <a:spcPts val="365"/>
              </a:spcBef>
              <a:spcAft>
                <a:spcPts val="0"/>
              </a:spcAft>
              <a:buClr>
                <a:srgbClr val="000000"/>
              </a:buClr>
              <a:buSzPts val="1800"/>
              <a:buFont typeface="Times New Roman"/>
              <a:buNone/>
            </a:pPr>
            <a:r>
              <a:rPr lang="en-US" sz="1800" b="1" dirty="0">
                <a:solidFill>
                  <a:srgbClr val="0C0C0C"/>
                </a:solidFill>
                <a:latin typeface="Times New Roman"/>
                <a:ea typeface="Times New Roman"/>
                <a:cs typeface="Times New Roman"/>
                <a:sym typeface="Times New Roman"/>
              </a:rPr>
              <a:t>INDUMATHI R</a:t>
            </a:r>
            <a:r>
              <a:rPr lang="en-US" sz="1800" b="1" i="0" u="none" strike="noStrike" cap="none" dirty="0">
                <a:solidFill>
                  <a:srgbClr val="0C0C0C"/>
                </a:solidFill>
                <a:latin typeface="Times New Roman"/>
                <a:ea typeface="Times New Roman"/>
                <a:cs typeface="Times New Roman"/>
                <a:sym typeface="Times New Roman"/>
              </a:rPr>
              <a:t>                                -2403811724322035</a:t>
            </a:r>
            <a:endParaRPr sz="1800" b="1" i="0" u="none" strike="noStrike" cap="none" dirty="0">
              <a:solidFill>
                <a:srgbClr val="0C0C0C"/>
              </a:solidFill>
              <a:latin typeface="Times New Roman"/>
              <a:ea typeface="Times New Roman"/>
              <a:cs typeface="Times New Roman"/>
              <a:sym typeface="Times New Roman"/>
            </a:endParaRPr>
          </a:p>
          <a:p>
            <a:pPr marL="0" marR="0" lvl="0" indent="0" algn="l" rtl="0">
              <a:lnSpc>
                <a:spcPct val="170000"/>
              </a:lnSpc>
              <a:spcBef>
                <a:spcPts val="365"/>
              </a:spcBef>
              <a:spcAft>
                <a:spcPts val="0"/>
              </a:spcAft>
              <a:buClr>
                <a:srgbClr val="000000"/>
              </a:buClr>
              <a:buSzPts val="1800"/>
              <a:buFont typeface="Times New Roman"/>
              <a:buNone/>
            </a:pPr>
            <a:r>
              <a:rPr lang="en-US" sz="1800" b="1" dirty="0">
                <a:solidFill>
                  <a:srgbClr val="0C0C0C"/>
                </a:solidFill>
                <a:latin typeface="Times New Roman"/>
                <a:ea typeface="Times New Roman"/>
                <a:cs typeface="Times New Roman"/>
                <a:sym typeface="Times New Roman"/>
              </a:rPr>
              <a:t>JANANI M                               </a:t>
            </a:r>
            <a:r>
              <a:rPr lang="en-US" sz="1800" b="1" i="0" u="none" strike="noStrike" cap="none" dirty="0">
                <a:solidFill>
                  <a:srgbClr val="0C0C0C"/>
                </a:solidFill>
                <a:latin typeface="Times New Roman"/>
                <a:ea typeface="Times New Roman"/>
                <a:cs typeface="Times New Roman"/>
                <a:sym typeface="Times New Roman"/>
              </a:rPr>
              <a:t>         - 2403811724322036                      </a:t>
            </a:r>
            <a:r>
              <a:rPr lang="en-US" sz="1800" b="1" i="0" u="none" strike="noStrike" cap="none" dirty="0">
                <a:solidFill>
                  <a:srgbClr val="0000FF"/>
                </a:solidFill>
                <a:latin typeface="Times New Roman"/>
                <a:ea typeface="Times New Roman"/>
                <a:cs typeface="Times New Roman"/>
                <a:sym typeface="Times New Roman"/>
              </a:rPr>
              <a:t>																	</a:t>
            </a:r>
            <a:endParaRPr sz="3200" b="0" i="0" u="none" strike="noStrike" cap="none" dirty="0">
              <a:solidFill>
                <a:srgbClr val="000000"/>
              </a:solidFill>
              <a:latin typeface="Calibri"/>
              <a:ea typeface="Calibri"/>
              <a:cs typeface="Calibri"/>
              <a:sym typeface="Calibri"/>
            </a:endParaRPr>
          </a:p>
        </p:txBody>
      </p:sp>
      <p:sp>
        <p:nvSpPr>
          <p:cNvPr id="300" name="Google Shape;300;p1"/>
          <p:cNvSpPr/>
          <p:nvPr/>
        </p:nvSpPr>
        <p:spPr>
          <a:xfrm>
            <a:off x="1679575" y="-1684337"/>
            <a:ext cx="3543300" cy="3514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pic>
        <p:nvPicPr>
          <p:cNvPr id="301" name="Google Shape;301;p1"/>
          <p:cNvPicPr preferRelativeResize="0"/>
          <p:nvPr/>
        </p:nvPicPr>
        <p:blipFill rotWithShape="1">
          <a:blip r:embed="rId3">
            <a:alphaModFix/>
          </a:blip>
          <a:srcRect/>
          <a:stretch/>
        </p:blipFill>
        <p:spPr>
          <a:xfrm>
            <a:off x="831850" y="214313"/>
            <a:ext cx="1066800" cy="1057275"/>
          </a:xfrm>
          <a:prstGeom prst="rect">
            <a:avLst/>
          </a:prstGeom>
          <a:noFill/>
          <a:ln>
            <a:noFill/>
          </a:ln>
        </p:spPr>
      </p:pic>
      <p:sp>
        <p:nvSpPr>
          <p:cNvPr id="302" name="Google Shape;302;p1"/>
          <p:cNvSpPr/>
          <p:nvPr/>
        </p:nvSpPr>
        <p:spPr>
          <a:xfrm>
            <a:off x="1902364" y="593117"/>
            <a:ext cx="8437500" cy="26439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000"/>
              <a:buFont typeface="Times New Roman"/>
              <a:buNone/>
            </a:pPr>
            <a:r>
              <a:rPr lang="en-US" sz="2000" b="1" i="0" u="none" strike="noStrike" cap="none" dirty="0">
                <a:solidFill>
                  <a:srgbClr val="FF0066"/>
                </a:solidFill>
                <a:latin typeface="Times New Roman"/>
                <a:ea typeface="Times New Roman"/>
                <a:cs typeface="Times New Roman"/>
                <a:sym typeface="Times New Roman"/>
              </a:rPr>
              <a:t>K.RAMAKRISHNAN COLLEGE OF TECHNOLOGY</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Times New Roman"/>
              <a:buNone/>
            </a:pPr>
            <a:r>
              <a:rPr lang="en-US" sz="2000" b="1" i="0" u="none" strike="noStrike" cap="none" dirty="0">
                <a:solidFill>
                  <a:srgbClr val="FF0066"/>
                </a:solidFill>
                <a:latin typeface="Times New Roman"/>
                <a:ea typeface="Times New Roman"/>
                <a:cs typeface="Times New Roman"/>
                <a:sym typeface="Times New Roman"/>
              </a:rPr>
              <a:t>(AUTONOMOUS), TRICHY</a:t>
            </a:r>
            <a:br>
              <a:rPr lang="en-US" sz="2000" b="1" i="0" u="none" strike="noStrike" cap="none" dirty="0">
                <a:solidFill>
                  <a:srgbClr val="FF0066"/>
                </a:solidFill>
                <a:latin typeface="Times New Roman"/>
                <a:ea typeface="Times New Roman"/>
                <a:cs typeface="Times New Roman"/>
                <a:sym typeface="Times New Roman"/>
              </a:rPr>
            </a:br>
            <a:endParaRPr sz="2000" b="1" i="0" u="none" strike="noStrike" cap="none" dirty="0">
              <a:solidFill>
                <a:srgbClr val="FF0066"/>
              </a:solidFill>
              <a:latin typeface="Times New Roman"/>
              <a:ea typeface="Times New Roman"/>
              <a:cs typeface="Times New Roman"/>
              <a:sym typeface="Times New Roman"/>
            </a:endParaRPr>
          </a:p>
          <a:p>
            <a:pPr lvl="0" algn="ctr">
              <a:lnSpc>
                <a:spcPct val="200000"/>
              </a:lnSpc>
              <a:buSzPts val="2000"/>
            </a:pPr>
            <a:r>
              <a:rPr lang="en-US" sz="2100" b="1" dirty="0">
                <a:latin typeface="Times New Roman" panose="02020603050405020304" pitchFamily="18" charset="0"/>
                <a:cs typeface="Times New Roman" panose="02020603050405020304" pitchFamily="18" charset="0"/>
              </a:rPr>
              <a:t>A Novel Adaptive Ensemble Machine Learning Approach for Personalized Cardiovascular Risk Prediction Using SHAP and LIME</a:t>
            </a:r>
            <a:endParaRPr sz="21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pic>
        <p:nvPicPr>
          <p:cNvPr id="303" name="Google Shape;303;p1"/>
          <p:cNvPicPr preferRelativeResize="0"/>
          <p:nvPr/>
        </p:nvPicPr>
        <p:blipFill rotWithShape="1">
          <a:blip r:embed="rId4">
            <a:alphaModFix/>
          </a:blip>
          <a:srcRect/>
          <a:stretch/>
        </p:blipFill>
        <p:spPr>
          <a:xfrm>
            <a:off x="10336213" y="258763"/>
            <a:ext cx="1154112" cy="1103312"/>
          </a:xfrm>
          <a:prstGeom prst="rect">
            <a:avLst/>
          </a:prstGeom>
          <a:noFill/>
          <a:ln>
            <a:noFill/>
          </a:ln>
        </p:spPr>
      </p:pic>
      <p:sp>
        <p:nvSpPr>
          <p:cNvPr id="2" name="TextBox 1">
            <a:extLst>
              <a:ext uri="{FF2B5EF4-FFF2-40B4-BE49-F238E27FC236}">
                <a16:creationId xmlns:a16="http://schemas.microsoft.com/office/drawing/2014/main" id="{5C8EEE3E-2DE3-C1CD-052F-C4EA8E776F3D}"/>
              </a:ext>
            </a:extLst>
          </p:cNvPr>
          <p:cNvSpPr txBox="1"/>
          <p:nvPr/>
        </p:nvSpPr>
        <p:spPr>
          <a:xfrm>
            <a:off x="5248837" y="3083128"/>
            <a:ext cx="4650658" cy="369332"/>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BATCH N0 - 9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000" b="1">
                <a:solidFill>
                  <a:srgbClr val="C00000"/>
                </a:solidFill>
                <a:latin typeface="Times New Roman"/>
                <a:ea typeface="Times New Roman"/>
                <a:cs typeface="Times New Roman"/>
                <a:sym typeface="Times New Roman"/>
              </a:rPr>
              <a:t>PRESENTATION OVERVIEW</a:t>
            </a:r>
            <a:endParaRPr sz="3000" b="1">
              <a:solidFill>
                <a:srgbClr val="C00000"/>
              </a:solidFill>
              <a:latin typeface="Times New Roman"/>
              <a:ea typeface="Times New Roman"/>
              <a:cs typeface="Times New Roman"/>
              <a:sym typeface="Times New Roman"/>
            </a:endParaRPr>
          </a:p>
        </p:txBody>
      </p:sp>
      <p:sp>
        <p:nvSpPr>
          <p:cNvPr id="225" name="Google Shape;225;p2"/>
          <p:cNvSpPr txBox="1"/>
          <p:nvPr/>
        </p:nvSpPr>
        <p:spPr>
          <a:xfrm>
            <a:off x="985548" y="1556792"/>
            <a:ext cx="10520363" cy="4751387"/>
          </a:xfrm>
          <a:prstGeom prst="rect">
            <a:avLst/>
          </a:prstGeom>
          <a:noFill/>
          <a:ln>
            <a:noFill/>
          </a:ln>
        </p:spPr>
        <p:txBody>
          <a:bodyPr spcFirstLastPara="1" wrap="square" lIns="91425" tIns="45700" rIns="91425" bIns="45700" anchor="t" anchorCtr="0">
            <a:noAutofit/>
          </a:bodyPr>
          <a:lstStyle/>
          <a:p>
            <a:pPr marL="457200" lvl="0" indent="-355600" algn="just" rtl="0">
              <a:lnSpc>
                <a:spcPct val="200000"/>
              </a:lnSpc>
              <a:spcBef>
                <a:spcPts val="325"/>
              </a:spcBef>
              <a:spcAft>
                <a:spcPts val="0"/>
              </a:spcAft>
              <a:buSzPts val="2000"/>
              <a:buFont typeface="Times New Roman"/>
              <a:buChar char="●"/>
            </a:pPr>
            <a:r>
              <a:rPr lang="en-US" sz="2000" b="1">
                <a:latin typeface="Times New Roman"/>
                <a:ea typeface="Times New Roman"/>
                <a:cs typeface="Times New Roman"/>
                <a:sym typeface="Times New Roman"/>
              </a:rPr>
              <a:t>Abstract </a:t>
            </a:r>
            <a:endParaRPr sz="2000" b="1">
              <a:latin typeface="Times New Roman"/>
              <a:ea typeface="Times New Roman"/>
              <a:cs typeface="Times New Roman"/>
              <a:sym typeface="Times New Roman"/>
            </a:endParaRPr>
          </a:p>
          <a:p>
            <a:pPr marL="457200" lvl="0" indent="-355600" algn="just" rtl="0">
              <a:lnSpc>
                <a:spcPct val="200000"/>
              </a:lnSpc>
              <a:spcBef>
                <a:spcPts val="0"/>
              </a:spcBef>
              <a:spcAft>
                <a:spcPts val="0"/>
              </a:spcAft>
              <a:buSzPts val="2000"/>
              <a:buFont typeface="Times New Roman"/>
              <a:buChar char="●"/>
            </a:pPr>
            <a:r>
              <a:rPr lang="en-US" sz="2000" b="1">
                <a:latin typeface="Times New Roman"/>
                <a:ea typeface="Times New Roman"/>
                <a:cs typeface="Times New Roman"/>
                <a:sym typeface="Times New Roman"/>
              </a:rPr>
              <a:t>Objective </a:t>
            </a:r>
            <a:endParaRPr sz="2000" b="1">
              <a:latin typeface="Times New Roman"/>
              <a:ea typeface="Times New Roman"/>
              <a:cs typeface="Times New Roman"/>
              <a:sym typeface="Times New Roman"/>
            </a:endParaRPr>
          </a:p>
          <a:p>
            <a:pPr marL="457200" lvl="0" indent="-355600" algn="just" rtl="0">
              <a:lnSpc>
                <a:spcPct val="200000"/>
              </a:lnSpc>
              <a:spcBef>
                <a:spcPts val="0"/>
              </a:spcBef>
              <a:spcAft>
                <a:spcPts val="0"/>
              </a:spcAft>
              <a:buSzPts val="2000"/>
              <a:buFont typeface="Times New Roman"/>
              <a:buChar char="●"/>
            </a:pPr>
            <a:r>
              <a:rPr lang="en-US" sz="2000" b="1">
                <a:latin typeface="Times New Roman"/>
                <a:ea typeface="Times New Roman"/>
                <a:cs typeface="Times New Roman"/>
                <a:sym typeface="Times New Roman"/>
              </a:rPr>
              <a:t> Architecture diagram </a:t>
            </a:r>
            <a:endParaRPr sz="2000" b="1">
              <a:latin typeface="Times New Roman"/>
              <a:ea typeface="Times New Roman"/>
              <a:cs typeface="Times New Roman"/>
              <a:sym typeface="Times New Roman"/>
            </a:endParaRPr>
          </a:p>
          <a:p>
            <a:pPr marL="457200" lvl="0" indent="-355600" algn="just" rtl="0">
              <a:lnSpc>
                <a:spcPct val="200000"/>
              </a:lnSpc>
              <a:spcBef>
                <a:spcPts val="0"/>
              </a:spcBef>
              <a:spcAft>
                <a:spcPts val="0"/>
              </a:spcAft>
              <a:buSzPts val="2000"/>
              <a:buFont typeface="Times New Roman"/>
              <a:buChar char="●"/>
            </a:pPr>
            <a:r>
              <a:rPr lang="en-US" sz="2000" b="1">
                <a:latin typeface="Times New Roman"/>
                <a:ea typeface="Times New Roman"/>
                <a:cs typeface="Times New Roman"/>
                <a:sym typeface="Times New Roman"/>
              </a:rPr>
              <a:t> Existing system </a:t>
            </a:r>
            <a:endParaRPr sz="2000" b="1">
              <a:latin typeface="Times New Roman"/>
              <a:ea typeface="Times New Roman"/>
              <a:cs typeface="Times New Roman"/>
              <a:sym typeface="Times New Roman"/>
            </a:endParaRPr>
          </a:p>
          <a:p>
            <a:pPr marL="457200" lvl="0" indent="-355600" algn="just" rtl="0">
              <a:lnSpc>
                <a:spcPct val="200000"/>
              </a:lnSpc>
              <a:spcBef>
                <a:spcPts val="0"/>
              </a:spcBef>
              <a:spcAft>
                <a:spcPts val="0"/>
              </a:spcAft>
              <a:buSzPts val="2000"/>
              <a:buFont typeface="Times New Roman"/>
              <a:buChar char="●"/>
            </a:pPr>
            <a:r>
              <a:rPr lang="en-US" sz="2000" b="1">
                <a:latin typeface="Times New Roman"/>
                <a:ea typeface="Times New Roman"/>
                <a:cs typeface="Times New Roman"/>
                <a:sym typeface="Times New Roman"/>
              </a:rPr>
              <a:t> Proposed system </a:t>
            </a:r>
            <a:endParaRPr sz="2000" b="1">
              <a:latin typeface="Times New Roman"/>
              <a:ea typeface="Times New Roman"/>
              <a:cs typeface="Times New Roman"/>
              <a:sym typeface="Times New Roman"/>
            </a:endParaRPr>
          </a:p>
          <a:p>
            <a:pPr marL="457200" lvl="0" indent="-355600" algn="just" rtl="0">
              <a:lnSpc>
                <a:spcPct val="200000"/>
              </a:lnSpc>
              <a:spcBef>
                <a:spcPts val="0"/>
              </a:spcBef>
              <a:spcAft>
                <a:spcPts val="0"/>
              </a:spcAft>
              <a:buSzPts val="2000"/>
              <a:buFont typeface="Times New Roman"/>
              <a:buChar char="●"/>
            </a:pPr>
            <a:r>
              <a:rPr lang="en-US" sz="2000" b="1">
                <a:latin typeface="Times New Roman"/>
                <a:ea typeface="Times New Roman"/>
                <a:cs typeface="Times New Roman"/>
                <a:sym typeface="Times New Roman"/>
              </a:rPr>
              <a:t> Conclusion </a:t>
            </a:r>
            <a:endParaRPr sz="2000" b="1">
              <a:latin typeface="Times New Roman"/>
              <a:ea typeface="Times New Roman"/>
              <a:cs typeface="Times New Roman"/>
              <a:sym typeface="Times New Roman"/>
            </a:endParaRPr>
          </a:p>
          <a:p>
            <a:pPr marL="457200" lvl="0" indent="-355600" algn="just" rtl="0">
              <a:lnSpc>
                <a:spcPct val="200000"/>
              </a:lnSpc>
              <a:spcBef>
                <a:spcPts val="0"/>
              </a:spcBef>
              <a:spcAft>
                <a:spcPts val="0"/>
              </a:spcAft>
              <a:buSzPts val="2000"/>
              <a:buFont typeface="Times New Roman"/>
              <a:buChar char="●"/>
            </a:pPr>
            <a:r>
              <a:rPr lang="en-US" sz="2000" b="1">
                <a:latin typeface="Times New Roman"/>
                <a:ea typeface="Times New Roman"/>
                <a:cs typeface="Times New Roman"/>
                <a:sym typeface="Times New Roman"/>
              </a:rPr>
              <a:t> Future enhancement</a:t>
            </a:r>
            <a:endParaRPr sz="2000" b="1">
              <a:latin typeface="Times New Roman"/>
              <a:ea typeface="Times New Roman"/>
              <a:cs typeface="Times New Roman"/>
              <a:sym typeface="Times New Roman"/>
            </a:endParaRPr>
          </a:p>
          <a:p>
            <a:pPr marL="342900" marR="0" lvl="0" indent="-239395" algn="just" rtl="0">
              <a:lnSpc>
                <a:spcPct val="200000"/>
              </a:lnSpc>
              <a:spcBef>
                <a:spcPts val="325"/>
              </a:spcBef>
              <a:spcAft>
                <a:spcPts val="0"/>
              </a:spcAft>
              <a:buClr>
                <a:srgbClr val="000000"/>
              </a:buClr>
              <a:buSzPts val="1600"/>
              <a:buFont typeface="Noto Sans Symbols"/>
              <a:buNone/>
            </a:pPr>
            <a:endParaRPr sz="1600" b="1">
              <a:latin typeface="Times New Roman"/>
              <a:ea typeface="Times New Roman"/>
              <a:cs typeface="Times New Roman"/>
              <a:sym typeface="Times New Roman"/>
            </a:endParaRPr>
          </a:p>
        </p:txBody>
      </p:sp>
      <p:pic>
        <p:nvPicPr>
          <p:cNvPr id="226" name="Google Shape;226;p2"/>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27" name="Google Shape;227;p2"/>
          <p:cNvPicPr preferRelativeResize="0"/>
          <p:nvPr/>
        </p:nvPicPr>
        <p:blipFill rotWithShape="1">
          <a:blip r:embed="rId4">
            <a:alphaModFix/>
          </a:blip>
          <a:srcRect/>
          <a:stretch/>
        </p:blipFill>
        <p:spPr>
          <a:xfrm>
            <a:off x="10336213" y="258763"/>
            <a:ext cx="1154112" cy="11033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Times New Roman"/>
              <a:buNone/>
            </a:pPr>
            <a:r>
              <a:rPr lang="en-US" sz="1200" b="0" i="0" u="none" strike="noStrike" cap="none">
                <a:solidFill>
                  <a:srgbClr val="8B8B8B"/>
                </a:solidFill>
                <a:latin typeface="Arial"/>
                <a:ea typeface="Arial"/>
                <a:cs typeface="Arial"/>
                <a:sym typeface="Arial"/>
              </a:rPr>
              <a:t>2/7/20</a:t>
            </a:r>
            <a:endParaRPr sz="1200" b="0" i="0" u="none" strike="noStrike" cap="none">
              <a:solidFill>
                <a:srgbClr val="8B8B8B"/>
              </a:solidFill>
              <a:latin typeface="Arial"/>
              <a:ea typeface="Arial"/>
              <a:cs typeface="Arial"/>
              <a:sym typeface="Arial"/>
            </a:endParaRPr>
          </a:p>
        </p:txBody>
      </p:sp>
      <p:sp>
        <p:nvSpPr>
          <p:cNvPr id="233" name="Google Shape;233;p3"/>
          <p:cNvSpPr txBox="1">
            <a:spLocks noGrp="1"/>
          </p:cNvSpPr>
          <p:nvPr>
            <p:ph type="title"/>
          </p:nvPr>
        </p:nvSpPr>
        <p:spPr>
          <a:xfrm>
            <a:off x="2159000" y="304800"/>
            <a:ext cx="7608888"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dirty="0">
                <a:solidFill>
                  <a:srgbClr val="FF0066"/>
                </a:solidFill>
                <a:latin typeface="Times New Roman"/>
                <a:ea typeface="Times New Roman"/>
                <a:cs typeface="Times New Roman"/>
                <a:sym typeface="Times New Roman"/>
              </a:rPr>
              <a:t>ABSTRACT </a:t>
            </a:r>
            <a:endParaRPr sz="3200" b="1" dirty="0">
              <a:solidFill>
                <a:srgbClr val="FF0066"/>
              </a:solidFill>
              <a:latin typeface="Times New Roman"/>
              <a:ea typeface="Times New Roman"/>
              <a:cs typeface="Times New Roman"/>
              <a:sym typeface="Times New Roman"/>
            </a:endParaRPr>
          </a:p>
        </p:txBody>
      </p:sp>
      <p:pic>
        <p:nvPicPr>
          <p:cNvPr id="234" name="Google Shape;234;p3"/>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35" name="Google Shape;235;p3"/>
          <p:cNvPicPr preferRelativeResize="0"/>
          <p:nvPr/>
        </p:nvPicPr>
        <p:blipFill rotWithShape="1">
          <a:blip r:embed="rId4">
            <a:alphaModFix/>
          </a:blip>
          <a:srcRect/>
          <a:stretch/>
        </p:blipFill>
        <p:spPr>
          <a:xfrm>
            <a:off x="10336213" y="258763"/>
            <a:ext cx="1154112" cy="1103312"/>
          </a:xfrm>
          <a:prstGeom prst="rect">
            <a:avLst/>
          </a:prstGeom>
          <a:noFill/>
          <a:ln>
            <a:noFill/>
          </a:ln>
        </p:spPr>
      </p:pic>
      <p:sp>
        <p:nvSpPr>
          <p:cNvPr id="236" name="Google Shape;236;p3"/>
          <p:cNvSpPr txBox="1"/>
          <p:nvPr/>
        </p:nvSpPr>
        <p:spPr>
          <a:xfrm>
            <a:off x="1642500" y="2089950"/>
            <a:ext cx="9239100" cy="3170058"/>
          </a:xfrm>
          <a:prstGeom prst="rect">
            <a:avLst/>
          </a:prstGeom>
          <a:noFill/>
          <a:ln>
            <a:noFill/>
          </a:ln>
        </p:spPr>
        <p:txBody>
          <a:bodyPr spcFirstLastPara="1" wrap="square" lIns="91425" tIns="45700" rIns="91425" bIns="45700" anchor="t" anchorCtr="0">
            <a:spAutoFit/>
          </a:bodyPr>
          <a:lstStyle/>
          <a:p>
            <a:pPr marL="800100" lvl="0" indent="-342900" algn="just">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Predict cardiovascular disease risk using ML.</a:t>
            </a:r>
          </a:p>
          <a:p>
            <a:pPr marL="800100" lvl="0" indent="-342900" algn="just">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Use ensemble models for better prediction.</a:t>
            </a:r>
          </a:p>
          <a:p>
            <a:pPr marL="800100" lvl="0" indent="-342900" algn="just">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Use adaptive oversampling to handle imbalanced data.</a:t>
            </a:r>
          </a:p>
          <a:p>
            <a:pPr marL="800100" lvl="0" indent="-342900" algn="just">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Use SHAP/LIME to explain predictions.</a:t>
            </a:r>
          </a:p>
          <a:p>
            <a:pPr marL="800100" lvl="0" indent="-342900" algn="just">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Provide personalized risk results.</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
          <p:cNvSpPr txBox="1">
            <a:spLocks noGrp="1"/>
          </p:cNvSpPr>
          <p:nvPr>
            <p:ph type="title"/>
          </p:nvPr>
        </p:nvSpPr>
        <p:spPr>
          <a:xfrm>
            <a:off x="1981200" y="31481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dirty="0">
                <a:solidFill>
                  <a:srgbClr val="FF0066"/>
                </a:solidFill>
                <a:latin typeface="Times New Roman"/>
                <a:ea typeface="Times New Roman"/>
                <a:cs typeface="Times New Roman"/>
                <a:sym typeface="Times New Roman"/>
              </a:rPr>
              <a:t>OBJECTIVE </a:t>
            </a:r>
            <a:endParaRPr sz="3200" b="1" dirty="0">
              <a:solidFill>
                <a:srgbClr val="FF0066"/>
              </a:solidFill>
              <a:latin typeface="Times New Roman"/>
              <a:ea typeface="Times New Roman"/>
              <a:cs typeface="Times New Roman"/>
              <a:sym typeface="Times New Roman"/>
            </a:endParaRPr>
          </a:p>
        </p:txBody>
      </p:sp>
      <p:pic>
        <p:nvPicPr>
          <p:cNvPr id="243" name="Google Shape;243;p4"/>
          <p:cNvPicPr preferRelativeResize="0"/>
          <p:nvPr/>
        </p:nvPicPr>
        <p:blipFill rotWithShape="1">
          <a:blip r:embed="rId3">
            <a:alphaModFix/>
          </a:blip>
          <a:srcRect/>
          <a:stretch/>
        </p:blipFill>
        <p:spPr>
          <a:xfrm>
            <a:off x="831850" y="254485"/>
            <a:ext cx="1066800" cy="1057275"/>
          </a:xfrm>
          <a:prstGeom prst="rect">
            <a:avLst/>
          </a:prstGeom>
          <a:noFill/>
          <a:ln>
            <a:noFill/>
          </a:ln>
        </p:spPr>
      </p:pic>
      <p:pic>
        <p:nvPicPr>
          <p:cNvPr id="244" name="Google Shape;244;p4"/>
          <p:cNvPicPr preferRelativeResize="0"/>
          <p:nvPr/>
        </p:nvPicPr>
        <p:blipFill rotWithShape="1">
          <a:blip r:embed="rId4">
            <a:alphaModFix/>
          </a:blip>
          <a:srcRect/>
          <a:stretch/>
        </p:blipFill>
        <p:spPr>
          <a:xfrm>
            <a:off x="10336213" y="298935"/>
            <a:ext cx="1154112" cy="1103312"/>
          </a:xfrm>
          <a:prstGeom prst="rect">
            <a:avLst/>
          </a:prstGeom>
          <a:noFill/>
          <a:ln>
            <a:noFill/>
          </a:ln>
        </p:spPr>
      </p:pic>
      <p:sp>
        <p:nvSpPr>
          <p:cNvPr id="245" name="Google Shape;245;p4"/>
          <p:cNvSpPr txBox="1"/>
          <p:nvPr/>
        </p:nvSpPr>
        <p:spPr>
          <a:xfrm>
            <a:off x="2351584" y="1844824"/>
            <a:ext cx="7704900" cy="3816389"/>
          </a:xfrm>
          <a:prstGeom prst="rect">
            <a:avLst/>
          </a:prstGeom>
          <a:noFill/>
          <a:ln>
            <a:noFill/>
          </a:ln>
        </p:spPr>
        <p:txBody>
          <a:bodyPr spcFirstLastPara="1" wrap="square" lIns="91425" tIns="45700" rIns="91425" bIns="45700" anchor="t" anchorCtr="0">
            <a:spAutoFit/>
          </a:bodyPr>
          <a:lstStyle/>
          <a:p>
            <a:pPr marL="438150" lvl="0" indent="-342900">
              <a:lnSpc>
                <a:spcPct val="200000"/>
              </a:lnSpc>
              <a:buClr>
                <a:schemeClr val="dk1"/>
              </a:buClr>
              <a:buSzPts val="21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Improve cardiovascular risk prediction.</a:t>
            </a:r>
          </a:p>
          <a:p>
            <a:pPr marL="438150" lvl="0" indent="-342900">
              <a:lnSpc>
                <a:spcPct val="200000"/>
              </a:lnSpc>
              <a:buClr>
                <a:schemeClr val="dk1"/>
              </a:buClr>
              <a:buSzPts val="21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Handle imbalanced data.</a:t>
            </a:r>
          </a:p>
          <a:p>
            <a:pPr marL="438150" lvl="0" indent="-342900">
              <a:lnSpc>
                <a:spcPct val="200000"/>
              </a:lnSpc>
              <a:buClr>
                <a:schemeClr val="dk1"/>
              </a:buClr>
              <a:buSzPts val="21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Explain model predictions using SHAP/LIME.</a:t>
            </a:r>
          </a:p>
          <a:p>
            <a:pPr marL="438150" lvl="0" indent="-342900">
              <a:lnSpc>
                <a:spcPct val="200000"/>
              </a:lnSpc>
              <a:buClr>
                <a:schemeClr val="dk1"/>
              </a:buClr>
              <a:buSzPts val="21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Provide personalized risk prediction.</a:t>
            </a:r>
          </a:p>
          <a:p>
            <a:pPr marL="438150" lvl="0" indent="-342900">
              <a:lnSpc>
                <a:spcPct val="200000"/>
              </a:lnSpc>
              <a:buClr>
                <a:schemeClr val="dk1"/>
              </a:buClr>
              <a:buSzPts val="21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Improve early risk detection.</a:t>
            </a:r>
            <a:endParaRPr sz="2000" dirty="0">
              <a:solidFill>
                <a:schemeClr val="dk1"/>
              </a:solidFill>
              <a:latin typeface="Times New Roman"/>
              <a:ea typeface="Times New Roman"/>
              <a:cs typeface="Times New Roman"/>
              <a:sym typeface="Times New Roman"/>
            </a:endParaRPr>
          </a:p>
          <a:p>
            <a:pPr marL="457200" marR="0" lvl="0" indent="0" algn="l" rtl="0">
              <a:lnSpc>
                <a:spcPct val="200000"/>
              </a:lnSpc>
              <a:spcBef>
                <a:spcPts val="0"/>
              </a:spcBef>
              <a:spcAft>
                <a:spcPts val="0"/>
              </a:spcAft>
              <a:buNone/>
            </a:pPr>
            <a:endParaRPr sz="21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5"/>
          <p:cNvSpPr/>
          <p:nvPr/>
        </p:nvSpPr>
        <p:spPr>
          <a:xfrm>
            <a:off x="2714200" y="447375"/>
            <a:ext cx="6934200" cy="10737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3200"/>
              <a:buFont typeface="Times New Roman"/>
              <a:buNone/>
            </a:pPr>
            <a:r>
              <a:rPr lang="en-US" sz="3200" b="1" i="0" u="none" strike="noStrike" cap="none" dirty="0">
                <a:solidFill>
                  <a:srgbClr val="0000FF"/>
                </a:solidFill>
                <a:latin typeface="Times New Roman"/>
                <a:ea typeface="Times New Roman"/>
                <a:cs typeface="Times New Roman"/>
                <a:sym typeface="Times New Roman"/>
              </a:rPr>
              <a:t> </a:t>
            </a:r>
            <a:r>
              <a:rPr lang="en-US" sz="3200" b="1" i="0" u="none" strike="noStrike" cap="none" dirty="0">
                <a:solidFill>
                  <a:srgbClr val="FF0000"/>
                </a:solidFill>
                <a:latin typeface="Times New Roman"/>
                <a:ea typeface="Times New Roman"/>
                <a:cs typeface="Times New Roman"/>
                <a:sym typeface="Times New Roman"/>
              </a:rPr>
              <a:t>         </a:t>
            </a:r>
            <a:r>
              <a:rPr lang="en-US" sz="2800" b="1" dirty="0">
                <a:solidFill>
                  <a:srgbClr val="FF0000"/>
                </a:solidFill>
                <a:latin typeface="Times New Roman"/>
                <a:ea typeface="Times New Roman"/>
                <a:cs typeface="Times New Roman"/>
                <a:sym typeface="Times New Roman"/>
              </a:rPr>
              <a:t>ARCHITECTURE DIAGRAM</a:t>
            </a:r>
            <a:r>
              <a:rPr lang="en-US" sz="2800" b="1" i="0" u="none" strike="noStrike" cap="none" dirty="0">
                <a:solidFill>
                  <a:srgbClr val="FF0000"/>
                </a:solidFill>
                <a:latin typeface="Times New Roman"/>
                <a:ea typeface="Times New Roman"/>
                <a:cs typeface="Times New Roman"/>
                <a:sym typeface="Times New Roman"/>
              </a:rPr>
              <a:t> </a:t>
            </a:r>
            <a:endParaRPr sz="3200" b="1" i="0" u="none" strike="noStrike" cap="none" dirty="0">
              <a:solidFill>
                <a:srgbClr val="FF0066"/>
              </a:solidFill>
              <a:latin typeface="Times New Roman"/>
              <a:ea typeface="Times New Roman"/>
              <a:cs typeface="Times New Roman"/>
              <a:sym typeface="Times New Roman"/>
            </a:endParaRPr>
          </a:p>
        </p:txBody>
      </p:sp>
      <p:pic>
        <p:nvPicPr>
          <p:cNvPr id="252" name="Google Shape;252;p5"/>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53" name="Google Shape;253;p5"/>
          <p:cNvPicPr preferRelativeResize="0"/>
          <p:nvPr/>
        </p:nvPicPr>
        <p:blipFill rotWithShape="1">
          <a:blip r:embed="rId4">
            <a:alphaModFix/>
          </a:blip>
          <a:srcRect/>
          <a:stretch/>
        </p:blipFill>
        <p:spPr>
          <a:xfrm>
            <a:off x="10336213" y="258763"/>
            <a:ext cx="1154112" cy="1103312"/>
          </a:xfrm>
          <a:prstGeom prst="rect">
            <a:avLst/>
          </a:prstGeom>
          <a:noFill/>
          <a:ln>
            <a:noFill/>
          </a:ln>
        </p:spPr>
      </p:pic>
      <p:pic>
        <p:nvPicPr>
          <p:cNvPr id="3" name="Picture 2">
            <a:extLst>
              <a:ext uri="{FF2B5EF4-FFF2-40B4-BE49-F238E27FC236}">
                <a16:creationId xmlns:a16="http://schemas.microsoft.com/office/drawing/2014/main" id="{345BA4CB-B714-0FB5-809D-8B2A0618BA34}"/>
              </a:ext>
            </a:extLst>
          </p:cNvPr>
          <p:cNvPicPr>
            <a:picLocks noChangeAspect="1"/>
          </p:cNvPicPr>
          <p:nvPr/>
        </p:nvPicPr>
        <p:blipFill>
          <a:blip r:embed="rId5"/>
          <a:stretch>
            <a:fillRect/>
          </a:stretch>
        </p:blipFill>
        <p:spPr>
          <a:xfrm>
            <a:off x="3726427" y="1362075"/>
            <a:ext cx="4198374" cy="5048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0">
          <a:extLst>
            <a:ext uri="{FF2B5EF4-FFF2-40B4-BE49-F238E27FC236}">
              <a16:creationId xmlns:a16="http://schemas.microsoft.com/office/drawing/2014/main" id="{66AEB004-F5B7-5395-DCDC-CE78289DDA60}"/>
            </a:ext>
          </a:extLst>
        </p:cNvPr>
        <p:cNvGrpSpPr/>
        <p:nvPr/>
      </p:nvGrpSpPr>
      <p:grpSpPr>
        <a:xfrm>
          <a:off x="0" y="0"/>
          <a:ext cx="0" cy="0"/>
          <a:chOff x="0" y="0"/>
          <a:chExt cx="0" cy="0"/>
        </a:xfrm>
      </p:grpSpPr>
      <p:sp>
        <p:nvSpPr>
          <p:cNvPr id="251" name="Google Shape;251;p5">
            <a:extLst>
              <a:ext uri="{FF2B5EF4-FFF2-40B4-BE49-F238E27FC236}">
                <a16:creationId xmlns:a16="http://schemas.microsoft.com/office/drawing/2014/main" id="{C9C2ADE9-5A29-43DB-0DF9-F5311E325D5B}"/>
              </a:ext>
            </a:extLst>
          </p:cNvPr>
          <p:cNvSpPr/>
          <p:nvPr/>
        </p:nvSpPr>
        <p:spPr>
          <a:xfrm>
            <a:off x="4401040" y="688267"/>
            <a:ext cx="3389919" cy="583321"/>
          </a:xfrm>
          <a:prstGeom prst="rect">
            <a:avLst/>
          </a:prstGeom>
          <a:noFill/>
          <a:ln>
            <a:noFill/>
          </a:ln>
        </p:spPr>
        <p:txBody>
          <a:bodyPr spcFirstLastPara="1" wrap="square" lIns="90000" tIns="45000" rIns="90000" bIns="45000" anchor="t" anchorCtr="0">
            <a:spAutoFit/>
          </a:bodyPr>
          <a:lstStyle/>
          <a:p>
            <a:pPr lvl="0">
              <a:buSzPts val="3200"/>
            </a:pPr>
            <a:r>
              <a:rPr lang="en-US" sz="3200" b="1" dirty="0">
                <a:solidFill>
                  <a:srgbClr val="FF0000"/>
                </a:solidFill>
                <a:latin typeface="Times New Roman"/>
                <a:ea typeface="Times New Roman"/>
                <a:cs typeface="Times New Roman"/>
                <a:sym typeface="Times New Roman"/>
              </a:rPr>
              <a:t>Literature survey </a:t>
            </a:r>
            <a:endParaRPr lang="en-US" sz="3200" b="1" i="0" u="none" strike="noStrike" cap="none" dirty="0">
              <a:solidFill>
                <a:srgbClr val="FF0000"/>
              </a:solidFill>
              <a:latin typeface="Times New Roman"/>
              <a:ea typeface="Times New Roman"/>
              <a:cs typeface="Times New Roman"/>
              <a:sym typeface="Times New Roman"/>
            </a:endParaRPr>
          </a:p>
        </p:txBody>
      </p:sp>
      <p:pic>
        <p:nvPicPr>
          <p:cNvPr id="252" name="Google Shape;252;p5">
            <a:extLst>
              <a:ext uri="{FF2B5EF4-FFF2-40B4-BE49-F238E27FC236}">
                <a16:creationId xmlns:a16="http://schemas.microsoft.com/office/drawing/2014/main" id="{E4B1B9D4-E546-2880-35EA-82E2146B1DEC}"/>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53" name="Google Shape;253;p5">
            <a:extLst>
              <a:ext uri="{FF2B5EF4-FFF2-40B4-BE49-F238E27FC236}">
                <a16:creationId xmlns:a16="http://schemas.microsoft.com/office/drawing/2014/main" id="{A8948E75-E492-AB66-A3E1-E641B8B529A0}"/>
              </a:ext>
            </a:extLst>
          </p:cNvPr>
          <p:cNvPicPr preferRelativeResize="0"/>
          <p:nvPr/>
        </p:nvPicPr>
        <p:blipFill rotWithShape="1">
          <a:blip r:embed="rId4">
            <a:alphaModFix/>
          </a:blip>
          <a:srcRect/>
          <a:stretch/>
        </p:blipFill>
        <p:spPr>
          <a:xfrm>
            <a:off x="10336213" y="258763"/>
            <a:ext cx="1154112" cy="1103312"/>
          </a:xfrm>
          <a:prstGeom prst="rect">
            <a:avLst/>
          </a:prstGeom>
          <a:noFill/>
          <a:ln>
            <a:noFill/>
          </a:ln>
        </p:spPr>
      </p:pic>
      <p:sp>
        <p:nvSpPr>
          <p:cNvPr id="3" name="TextBox 2">
            <a:extLst>
              <a:ext uri="{FF2B5EF4-FFF2-40B4-BE49-F238E27FC236}">
                <a16:creationId xmlns:a16="http://schemas.microsoft.com/office/drawing/2014/main" id="{725C9385-E0D3-9ECD-F686-124F1BD49516}"/>
              </a:ext>
            </a:extLst>
          </p:cNvPr>
          <p:cNvSpPr txBox="1"/>
          <p:nvPr/>
        </p:nvSpPr>
        <p:spPr>
          <a:xfrm>
            <a:off x="2517057" y="2458064"/>
            <a:ext cx="7570839" cy="523220"/>
          </a:xfrm>
          <a:prstGeom prst="rect">
            <a:avLst/>
          </a:prstGeom>
          <a:noFill/>
        </p:spPr>
        <p:txBody>
          <a:bodyPr wrap="square" rtlCol="0">
            <a:spAutoFit/>
          </a:bodyPr>
          <a:lstStyle/>
          <a:p>
            <a:r>
              <a:rPr lang="en-IN" dirty="0">
                <a:solidFill>
                  <a:schemeClr val="accent6">
                    <a:lumMod val="75000"/>
                  </a:schemeClr>
                </a:solidFill>
                <a:hlinkClick r:id="rId5">
                  <a:extLst>
                    <a:ext uri="{A12FA001-AC4F-418D-AE19-62706E023703}">
                      <ahyp:hlinkClr xmlns:ahyp="http://schemas.microsoft.com/office/drawing/2018/hyperlinkcolor" val="tx"/>
                    </a:ext>
                  </a:extLst>
                </a:hlinkClick>
              </a:rPr>
              <a:t>https://docs.google.com/spreadsheets/d/1sscuP_CIYtd65b0EnD2QQV7Qjy5QIMhJ/edit?usp=drivesdk&amp;ouid=102035905087210704808&amp;rtpof=true&amp;sd=true</a:t>
            </a:r>
            <a:endParaRPr lang="en-IN" dirty="0">
              <a:solidFill>
                <a:schemeClr val="accent6">
                  <a:lumMod val="75000"/>
                </a:schemeClr>
              </a:solidFill>
            </a:endParaRPr>
          </a:p>
        </p:txBody>
      </p:sp>
    </p:spTree>
    <p:extLst>
      <p:ext uri="{BB962C8B-B14F-4D97-AF65-F5344CB8AC3E}">
        <p14:creationId xmlns:p14="http://schemas.microsoft.com/office/powerpoint/2010/main" val="3254038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0">
          <a:extLst>
            <a:ext uri="{FF2B5EF4-FFF2-40B4-BE49-F238E27FC236}">
              <a16:creationId xmlns:a16="http://schemas.microsoft.com/office/drawing/2014/main" id="{E5B0E3D9-52D1-C1AF-6B98-64E1514F3D90}"/>
            </a:ext>
          </a:extLst>
        </p:cNvPr>
        <p:cNvGrpSpPr/>
        <p:nvPr/>
      </p:nvGrpSpPr>
      <p:grpSpPr>
        <a:xfrm>
          <a:off x="0" y="0"/>
          <a:ext cx="0" cy="0"/>
          <a:chOff x="0" y="0"/>
          <a:chExt cx="0" cy="0"/>
        </a:xfrm>
      </p:grpSpPr>
      <p:sp>
        <p:nvSpPr>
          <p:cNvPr id="251" name="Google Shape;251;p5">
            <a:extLst>
              <a:ext uri="{FF2B5EF4-FFF2-40B4-BE49-F238E27FC236}">
                <a16:creationId xmlns:a16="http://schemas.microsoft.com/office/drawing/2014/main" id="{586AD1D7-2A28-DB74-FE71-0D866446D911}"/>
              </a:ext>
            </a:extLst>
          </p:cNvPr>
          <p:cNvSpPr/>
          <p:nvPr/>
        </p:nvSpPr>
        <p:spPr>
          <a:xfrm>
            <a:off x="4829175" y="742950"/>
            <a:ext cx="3423068" cy="583321"/>
          </a:xfrm>
          <a:prstGeom prst="rect">
            <a:avLst/>
          </a:prstGeom>
          <a:noFill/>
          <a:ln>
            <a:noFill/>
          </a:ln>
        </p:spPr>
        <p:txBody>
          <a:bodyPr spcFirstLastPara="1" wrap="square" lIns="90000" tIns="45000" rIns="90000" bIns="45000" anchor="t" anchorCtr="0">
            <a:spAutoFit/>
          </a:bodyPr>
          <a:lstStyle/>
          <a:p>
            <a:pPr lvl="0">
              <a:buSzPts val="3200"/>
            </a:pPr>
            <a:r>
              <a:rPr lang="en-US" sz="3200" b="1" i="0" u="none" strike="noStrike" cap="none" dirty="0">
                <a:solidFill>
                  <a:srgbClr val="FF0000"/>
                </a:solidFill>
                <a:latin typeface="Times New Roman"/>
                <a:ea typeface="Times New Roman"/>
                <a:cs typeface="Times New Roman"/>
                <a:sym typeface="Times New Roman"/>
              </a:rPr>
              <a:t>Modules</a:t>
            </a:r>
          </a:p>
        </p:txBody>
      </p:sp>
      <p:pic>
        <p:nvPicPr>
          <p:cNvPr id="252" name="Google Shape;252;p5">
            <a:extLst>
              <a:ext uri="{FF2B5EF4-FFF2-40B4-BE49-F238E27FC236}">
                <a16:creationId xmlns:a16="http://schemas.microsoft.com/office/drawing/2014/main" id="{31EFB599-EA5B-9ADE-5BFB-2BE07EB0843F}"/>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53" name="Google Shape;253;p5">
            <a:extLst>
              <a:ext uri="{FF2B5EF4-FFF2-40B4-BE49-F238E27FC236}">
                <a16:creationId xmlns:a16="http://schemas.microsoft.com/office/drawing/2014/main" id="{3ED20985-68C8-DE69-D419-50DAD06C8D09}"/>
              </a:ext>
            </a:extLst>
          </p:cNvPr>
          <p:cNvPicPr preferRelativeResize="0"/>
          <p:nvPr/>
        </p:nvPicPr>
        <p:blipFill rotWithShape="1">
          <a:blip r:embed="rId4">
            <a:alphaModFix/>
          </a:blip>
          <a:srcRect/>
          <a:stretch/>
        </p:blipFill>
        <p:spPr>
          <a:xfrm>
            <a:off x="10336213" y="258763"/>
            <a:ext cx="1154112" cy="1103312"/>
          </a:xfrm>
          <a:prstGeom prst="rect">
            <a:avLst/>
          </a:prstGeom>
          <a:noFill/>
          <a:ln>
            <a:noFill/>
          </a:ln>
        </p:spPr>
      </p:pic>
      <p:sp>
        <p:nvSpPr>
          <p:cNvPr id="2" name="TextBox 1">
            <a:extLst>
              <a:ext uri="{FF2B5EF4-FFF2-40B4-BE49-F238E27FC236}">
                <a16:creationId xmlns:a16="http://schemas.microsoft.com/office/drawing/2014/main" id="{80ABC449-5A8B-5943-81D2-406627CDA867}"/>
              </a:ext>
            </a:extLst>
          </p:cNvPr>
          <p:cNvSpPr txBox="1"/>
          <p:nvPr/>
        </p:nvSpPr>
        <p:spPr>
          <a:xfrm>
            <a:off x="557976" y="1362075"/>
            <a:ext cx="11634024" cy="5759975"/>
          </a:xfrm>
          <a:prstGeom prst="rect">
            <a:avLst/>
          </a:prstGeom>
          <a:noFill/>
        </p:spPr>
        <p:txBody>
          <a:bodyPr wrap="square" rtlCol="0">
            <a:spAutoFit/>
          </a:bodyPr>
          <a:lstStyle/>
          <a:p>
            <a:pPr>
              <a:lnSpc>
                <a:spcPct val="150000"/>
              </a:lnSpc>
            </a:pPr>
            <a:r>
              <a:rPr lang="en-US" b="1" dirty="0"/>
              <a:t>1. Adaptive Oversampling </a:t>
            </a:r>
          </a:p>
          <a:p>
            <a:pPr>
              <a:lnSpc>
                <a:spcPct val="150000"/>
              </a:lnSpc>
            </a:pPr>
            <a:r>
              <a:rPr lang="en-US" sz="2000" dirty="0">
                <a:solidFill>
                  <a:schemeClr val="accent2"/>
                </a:solidFill>
              </a:rPr>
              <a:t>          </a:t>
            </a:r>
            <a:r>
              <a:rPr lang="en-US" dirty="0"/>
              <a:t>Use the ADASYN technique to handle imbalanced risk classes.</a:t>
            </a:r>
          </a:p>
          <a:p>
            <a:pPr>
              <a:lnSpc>
                <a:spcPct val="150000"/>
              </a:lnSpc>
            </a:pPr>
            <a:r>
              <a:rPr lang="en-US" dirty="0"/>
              <a:t>              Generate additional synthetic samples for minority classes.</a:t>
            </a:r>
          </a:p>
          <a:p>
            <a:pPr>
              <a:lnSpc>
                <a:spcPct val="150000"/>
              </a:lnSpc>
            </a:pPr>
            <a:r>
              <a:rPr lang="en-US" dirty="0"/>
              <a:t>              Balance the training dataset.</a:t>
            </a:r>
          </a:p>
          <a:p>
            <a:pPr>
              <a:lnSpc>
                <a:spcPct val="150000"/>
              </a:lnSpc>
            </a:pPr>
            <a:r>
              <a:rPr lang="en-US" dirty="0"/>
              <a:t>              Prepare the balanced data for machine learning model training.</a:t>
            </a:r>
          </a:p>
          <a:p>
            <a:pPr>
              <a:lnSpc>
                <a:spcPct val="150000"/>
              </a:lnSpc>
            </a:pPr>
            <a:r>
              <a:rPr lang="en-US" dirty="0"/>
              <a:t> </a:t>
            </a:r>
            <a:r>
              <a:rPr lang="en-US" b="1" dirty="0"/>
              <a:t>2</a:t>
            </a:r>
            <a:r>
              <a:rPr lang="en-US" dirty="0"/>
              <a:t>.</a:t>
            </a:r>
            <a:r>
              <a:rPr lang="en-US" b="1" dirty="0"/>
              <a:t>Ensemble Machine Learning Modules</a:t>
            </a:r>
          </a:p>
          <a:p>
            <a:pPr>
              <a:lnSpc>
                <a:spcPct val="150000"/>
              </a:lnSpc>
            </a:pPr>
            <a:r>
              <a:rPr lang="en-US" sz="2000" b="1" dirty="0">
                <a:solidFill>
                  <a:schemeClr val="accent2"/>
                </a:solidFill>
              </a:rPr>
              <a:t>          </a:t>
            </a:r>
            <a:r>
              <a:rPr lang="en-US" dirty="0"/>
              <a:t>Train two machine learning algorithms: Random Forest and Gradient Boosting.</a:t>
            </a:r>
          </a:p>
          <a:p>
            <a:pPr>
              <a:lnSpc>
                <a:spcPct val="150000"/>
              </a:lnSpc>
            </a:pPr>
            <a:r>
              <a:rPr lang="en-US" dirty="0"/>
              <a:t>              Obtain prediction probabilities from both models.</a:t>
            </a:r>
          </a:p>
          <a:p>
            <a:pPr>
              <a:lnSpc>
                <a:spcPct val="150000"/>
              </a:lnSpc>
            </a:pPr>
            <a:r>
              <a:rPr lang="en-US" dirty="0"/>
              <a:t>              Combine the probabilities by averaging them.</a:t>
            </a:r>
          </a:p>
          <a:p>
            <a:pPr>
              <a:lnSpc>
                <a:spcPct val="150000"/>
              </a:lnSpc>
            </a:pPr>
            <a:r>
              <a:rPr lang="en-US" dirty="0"/>
              <a:t>              Predict one of four risk levels: Low Risk, Moderate Risk, High Risk, or Very High Risk.</a:t>
            </a:r>
          </a:p>
          <a:p>
            <a:pPr>
              <a:lnSpc>
                <a:spcPct val="150000"/>
              </a:lnSpc>
            </a:pPr>
            <a:r>
              <a:rPr lang="en-US" b="1" dirty="0"/>
              <a:t>3.Explainable AI Using SHAP and LIME</a:t>
            </a:r>
          </a:p>
          <a:p>
            <a:pPr>
              <a:lnSpc>
                <a:spcPct val="150000"/>
              </a:lnSpc>
            </a:pPr>
            <a:r>
              <a:rPr lang="en-US" sz="2000" b="1" dirty="0">
                <a:solidFill>
                  <a:schemeClr val="accent2"/>
                </a:solidFill>
              </a:rPr>
              <a:t>          </a:t>
            </a:r>
            <a:r>
              <a:rPr lang="en-US" dirty="0"/>
              <a:t>Use SHAP to identify important features affecting the predicted cardiovascular risk.</a:t>
            </a:r>
          </a:p>
          <a:p>
            <a:pPr>
              <a:lnSpc>
                <a:spcPct val="150000"/>
              </a:lnSpc>
            </a:pPr>
            <a:r>
              <a:rPr lang="en-US" dirty="0"/>
              <a:t>              Use LIME to explain the individual prediction.</a:t>
            </a:r>
          </a:p>
          <a:p>
            <a:pPr>
              <a:lnSpc>
                <a:spcPct val="150000"/>
              </a:lnSpc>
            </a:pPr>
            <a:r>
              <a:rPr lang="en-US" dirty="0"/>
              <a:t>              Display the top four influencing features in the application.</a:t>
            </a:r>
          </a:p>
          <a:p>
            <a:pPr>
              <a:lnSpc>
                <a:spcPct val="150000"/>
              </a:lnSpc>
            </a:pPr>
            <a:endParaRPr lang="en-US" b="1" dirty="0"/>
          </a:p>
          <a:p>
            <a:pPr>
              <a:lnSpc>
                <a:spcPct val="150000"/>
              </a:lnSpc>
            </a:pPr>
            <a:endParaRPr lang="en-IN" sz="2000" b="1" dirty="0">
              <a:solidFill>
                <a:schemeClr val="accent2"/>
              </a:solidFill>
            </a:endParaRPr>
          </a:p>
        </p:txBody>
      </p:sp>
    </p:spTree>
    <p:extLst>
      <p:ext uri="{BB962C8B-B14F-4D97-AF65-F5344CB8AC3E}">
        <p14:creationId xmlns:p14="http://schemas.microsoft.com/office/powerpoint/2010/main" val="3705162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14E5A1-E28E-A9F6-A30D-ED7260A76DA4}"/>
              </a:ext>
            </a:extLst>
          </p:cNvPr>
          <p:cNvSpPr txBox="1"/>
          <p:nvPr/>
        </p:nvSpPr>
        <p:spPr>
          <a:xfrm rot="10800000" flipV="1">
            <a:off x="933449" y="1339745"/>
            <a:ext cx="8128974" cy="3607206"/>
          </a:xfrm>
          <a:prstGeom prst="rect">
            <a:avLst/>
          </a:prstGeom>
          <a:noFill/>
        </p:spPr>
        <p:txBody>
          <a:bodyPr wrap="square">
            <a:spAutoFit/>
          </a:bodyPr>
          <a:lstStyle/>
          <a:p>
            <a:pPr>
              <a:lnSpc>
                <a:spcPct val="150000"/>
              </a:lnSpc>
            </a:pPr>
            <a:r>
              <a:rPr lang="en-US" b="1" dirty="0"/>
              <a:t>4.Personalized Result</a:t>
            </a:r>
          </a:p>
          <a:p>
            <a:pPr>
              <a:lnSpc>
                <a:spcPct val="150000"/>
              </a:lnSpc>
            </a:pPr>
            <a:r>
              <a:rPr lang="en-US" b="0" i="0" dirty="0">
                <a:solidFill>
                  <a:srgbClr val="222222"/>
                </a:solidFill>
                <a:effectLst/>
                <a:latin typeface="Arial" panose="020B0604020202020204" pitchFamily="34" charset="0"/>
              </a:rPr>
              <a:t>         Develop a graphical user interface using Python </a:t>
            </a:r>
            <a:r>
              <a:rPr lang="en-US" b="0" i="0" dirty="0" err="1">
                <a:solidFill>
                  <a:srgbClr val="222222"/>
                </a:solidFill>
                <a:effectLst/>
                <a:latin typeface="Arial" panose="020B0604020202020204" pitchFamily="34" charset="0"/>
              </a:rPr>
              <a:t>Tkinter</a:t>
            </a:r>
            <a:r>
              <a:rPr lang="en-US" b="0" i="0" dirty="0">
                <a:solidFill>
                  <a:srgbClr val="222222"/>
                </a:solidFill>
                <a:effectLst/>
                <a:latin typeface="Arial" panose="020B0604020202020204" pitchFamily="34" charset="0"/>
              </a:rPr>
              <a:t>.</a:t>
            </a:r>
          </a:p>
          <a:p>
            <a:pPr algn="l">
              <a:lnSpc>
                <a:spcPct val="150000"/>
              </a:lnSpc>
              <a:buNone/>
            </a:pPr>
            <a:r>
              <a:rPr lang="en-US" b="0" i="0" dirty="0">
                <a:solidFill>
                  <a:srgbClr val="222222"/>
                </a:solidFill>
                <a:effectLst/>
                <a:latin typeface="Arial" panose="020B0604020202020204" pitchFamily="34" charset="0"/>
              </a:rPr>
              <a:t>         Accept patient details through input fields and dropdown menus.</a:t>
            </a:r>
          </a:p>
          <a:p>
            <a:pPr algn="l">
              <a:lnSpc>
                <a:spcPct val="150000"/>
              </a:lnSpc>
              <a:buNone/>
            </a:pPr>
            <a:r>
              <a:rPr lang="en-US" b="0" i="0" dirty="0">
                <a:solidFill>
                  <a:srgbClr val="222222"/>
                </a:solidFill>
                <a:effectLst/>
                <a:latin typeface="Arial" panose="020B0604020202020204" pitchFamily="34" charset="0"/>
              </a:rPr>
              <a:t>         Display the predicted cardiovascular risk.</a:t>
            </a:r>
          </a:p>
          <a:p>
            <a:pPr algn="l">
              <a:lnSpc>
                <a:spcPct val="150000"/>
              </a:lnSpc>
              <a:buNone/>
            </a:pPr>
            <a:r>
              <a:rPr lang="en-US" b="0" i="0" dirty="0">
                <a:solidFill>
                  <a:srgbClr val="222222"/>
                </a:solidFill>
                <a:effectLst/>
                <a:latin typeface="Arial" panose="020B0604020202020204" pitchFamily="34" charset="0"/>
              </a:rPr>
              <a:t>         Show SHAP and LIME explanations.</a:t>
            </a:r>
          </a:p>
          <a:p>
            <a:pPr algn="l">
              <a:lnSpc>
                <a:spcPct val="150000"/>
              </a:lnSpc>
              <a:buNone/>
            </a:pPr>
            <a:r>
              <a:rPr lang="en-US" b="1" dirty="0">
                <a:solidFill>
                  <a:srgbClr val="222222"/>
                </a:solidFill>
                <a:latin typeface="Arial" panose="020B0604020202020204" pitchFamily="34" charset="0"/>
              </a:rPr>
              <a:t>5.Risk Prediction</a:t>
            </a:r>
            <a:endParaRPr lang="en-US" b="1" i="0" dirty="0">
              <a:solidFill>
                <a:srgbClr val="222222"/>
              </a:solidFill>
              <a:effectLst/>
              <a:latin typeface="Arial" panose="020B0604020202020204" pitchFamily="34" charset="0"/>
            </a:endParaRPr>
          </a:p>
          <a:p>
            <a:pPr>
              <a:lnSpc>
                <a:spcPct val="150000"/>
              </a:lnSpc>
            </a:pPr>
            <a:r>
              <a:rPr lang="en-US" dirty="0"/>
              <a:t>         Collect patient health details.</a:t>
            </a:r>
          </a:p>
          <a:p>
            <a:pPr>
              <a:lnSpc>
                <a:spcPct val="150000"/>
              </a:lnSpc>
            </a:pPr>
            <a:r>
              <a:rPr lang="en-US" dirty="0"/>
              <a:t>         Apply Random Forest and Gradient Boosting.</a:t>
            </a:r>
          </a:p>
          <a:p>
            <a:pPr>
              <a:lnSpc>
                <a:spcPct val="150000"/>
              </a:lnSpc>
            </a:pPr>
            <a:r>
              <a:rPr lang="en-US" dirty="0"/>
              <a:t>         Predict four cardiovascular risk levels.</a:t>
            </a:r>
          </a:p>
          <a:p>
            <a:pPr>
              <a:lnSpc>
                <a:spcPct val="150000"/>
              </a:lnSpc>
            </a:pPr>
            <a:r>
              <a:rPr lang="en-US" dirty="0"/>
              <a:t>         Explain risk factors using SHAP and LIME.</a:t>
            </a:r>
          </a:p>
          <a:p>
            <a:pPr algn="l">
              <a:lnSpc>
                <a:spcPct val="150000"/>
              </a:lnSpc>
              <a:buNone/>
            </a:pPr>
            <a:r>
              <a:rPr lang="en-US" dirty="0">
                <a:solidFill>
                  <a:srgbClr val="222222"/>
                </a:solidFill>
                <a:latin typeface="Arial" panose="020B0604020202020204" pitchFamily="34" charset="0"/>
              </a:rPr>
              <a:t> </a:t>
            </a:r>
          </a:p>
        </p:txBody>
      </p:sp>
      <p:pic>
        <p:nvPicPr>
          <p:cNvPr id="5" name="Google Shape;252;p5">
            <a:extLst>
              <a:ext uri="{FF2B5EF4-FFF2-40B4-BE49-F238E27FC236}">
                <a16:creationId xmlns:a16="http://schemas.microsoft.com/office/drawing/2014/main" id="{95E3CD03-E1B1-850E-6FD7-41596BC481DD}"/>
              </a:ext>
            </a:extLst>
          </p:cNvPr>
          <p:cNvPicPr preferRelativeResize="0"/>
          <p:nvPr/>
        </p:nvPicPr>
        <p:blipFill rotWithShape="1">
          <a:blip r:embed="rId2">
            <a:alphaModFix/>
          </a:blip>
          <a:srcRect/>
          <a:stretch/>
        </p:blipFill>
        <p:spPr>
          <a:xfrm>
            <a:off x="831850" y="214313"/>
            <a:ext cx="1066800" cy="1057275"/>
          </a:xfrm>
          <a:prstGeom prst="rect">
            <a:avLst/>
          </a:prstGeom>
          <a:noFill/>
          <a:ln>
            <a:noFill/>
          </a:ln>
        </p:spPr>
      </p:pic>
      <p:pic>
        <p:nvPicPr>
          <p:cNvPr id="9" name="Google Shape;253;p5">
            <a:extLst>
              <a:ext uri="{FF2B5EF4-FFF2-40B4-BE49-F238E27FC236}">
                <a16:creationId xmlns:a16="http://schemas.microsoft.com/office/drawing/2014/main" id="{66669ADD-6B79-369E-69AB-7DE4C0938EF4}"/>
              </a:ext>
            </a:extLst>
          </p:cNvPr>
          <p:cNvPicPr preferRelativeResize="0"/>
          <p:nvPr/>
        </p:nvPicPr>
        <p:blipFill rotWithShape="1">
          <a:blip r:embed="rId3">
            <a:alphaModFix/>
          </a:blip>
          <a:srcRect/>
          <a:stretch/>
        </p:blipFill>
        <p:spPr>
          <a:xfrm>
            <a:off x="10336213" y="258763"/>
            <a:ext cx="1154112" cy="1103312"/>
          </a:xfrm>
          <a:prstGeom prst="rect">
            <a:avLst/>
          </a:prstGeom>
          <a:noFill/>
          <a:ln>
            <a:noFill/>
          </a:ln>
        </p:spPr>
      </p:pic>
    </p:spTree>
    <p:extLst>
      <p:ext uri="{BB962C8B-B14F-4D97-AF65-F5344CB8AC3E}">
        <p14:creationId xmlns:p14="http://schemas.microsoft.com/office/powerpoint/2010/main" val="113980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6"/>
          <p:cNvSpPr txBox="1">
            <a:spLocks noGrp="1"/>
          </p:cNvSpPr>
          <p:nvPr>
            <p:ph type="title"/>
          </p:nvPr>
        </p:nvSpPr>
        <p:spPr>
          <a:xfrm>
            <a:off x="609600" y="273050"/>
            <a:ext cx="10971213" cy="11430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SzPts val="1400"/>
              <a:buNone/>
            </a:pPr>
            <a:r>
              <a:rPr lang="en-US" sz="3200" b="1">
                <a:solidFill>
                  <a:srgbClr val="FF0000"/>
                </a:solidFill>
                <a:latin typeface="Times New Roman"/>
                <a:ea typeface="Times New Roman"/>
                <a:cs typeface="Times New Roman"/>
                <a:sym typeface="Times New Roman"/>
              </a:rPr>
              <a:t>EXISTING SYSTEM</a:t>
            </a:r>
            <a:endParaRPr/>
          </a:p>
        </p:txBody>
      </p:sp>
      <p:pic>
        <p:nvPicPr>
          <p:cNvPr id="261" name="Google Shape;261;p6"/>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62" name="Google Shape;262;p6"/>
          <p:cNvPicPr preferRelativeResize="0"/>
          <p:nvPr/>
        </p:nvPicPr>
        <p:blipFill rotWithShape="1">
          <a:blip r:embed="rId4">
            <a:alphaModFix/>
          </a:blip>
          <a:srcRect/>
          <a:stretch/>
        </p:blipFill>
        <p:spPr>
          <a:xfrm>
            <a:off x="10336213" y="258763"/>
            <a:ext cx="1154112" cy="1103312"/>
          </a:xfrm>
          <a:prstGeom prst="rect">
            <a:avLst/>
          </a:prstGeom>
          <a:noFill/>
          <a:ln>
            <a:noFill/>
          </a:ln>
        </p:spPr>
      </p:pic>
      <p:sp>
        <p:nvSpPr>
          <p:cNvPr id="263" name="Google Shape;263;p6"/>
          <p:cNvSpPr txBox="1"/>
          <p:nvPr/>
        </p:nvSpPr>
        <p:spPr>
          <a:xfrm>
            <a:off x="1742300" y="1844825"/>
            <a:ext cx="9125100" cy="2554505"/>
          </a:xfrm>
          <a:prstGeom prst="rect">
            <a:avLst/>
          </a:prstGeom>
          <a:noFill/>
          <a:ln>
            <a:noFill/>
          </a:ln>
        </p:spPr>
        <p:txBody>
          <a:bodyPr spcFirstLastPara="1" wrap="square" lIns="91425" tIns="45700" rIns="91425" bIns="45700" anchor="t" anchorCtr="0">
            <a:spAutoFit/>
          </a:bodyPr>
          <a:lstStyle/>
          <a:p>
            <a:pPr marL="800100" lvl="0" indent="-342900">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Uses ML and ensemble methods.</a:t>
            </a:r>
          </a:p>
          <a:p>
            <a:pPr marL="800100" lvl="0" indent="-342900">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Oversampling handles data imbalance.</a:t>
            </a:r>
          </a:p>
          <a:p>
            <a:pPr marL="800100" lvl="0" indent="-342900">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Good prediction performance.</a:t>
            </a:r>
          </a:p>
          <a:p>
            <a:pPr marL="800100" lvl="0" indent="-342900">
              <a:lnSpc>
                <a:spcPct val="20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Limitation: Less focus on explanation and personalization.</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7"/>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a:solidFill>
                  <a:srgbClr val="FF0066"/>
                </a:solidFill>
                <a:latin typeface="Times New Roman"/>
                <a:ea typeface="Times New Roman"/>
                <a:cs typeface="Times New Roman"/>
                <a:sym typeface="Times New Roman"/>
              </a:rPr>
              <a:t>PROPOSED SYSTEM</a:t>
            </a:r>
            <a:endParaRPr sz="3200" b="1">
              <a:solidFill>
                <a:srgbClr val="FF0066"/>
              </a:solidFill>
              <a:latin typeface="Times New Roman"/>
              <a:ea typeface="Times New Roman"/>
              <a:cs typeface="Times New Roman"/>
              <a:sym typeface="Times New Roman"/>
            </a:endParaRPr>
          </a:p>
        </p:txBody>
      </p:sp>
      <p:pic>
        <p:nvPicPr>
          <p:cNvPr id="270" name="Google Shape;270;p7"/>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271" name="Google Shape;271;p7"/>
          <p:cNvPicPr preferRelativeResize="0"/>
          <p:nvPr/>
        </p:nvPicPr>
        <p:blipFill rotWithShape="1">
          <a:blip r:embed="rId4">
            <a:alphaModFix/>
          </a:blip>
          <a:srcRect/>
          <a:stretch/>
        </p:blipFill>
        <p:spPr>
          <a:xfrm>
            <a:off x="10336213" y="258763"/>
            <a:ext cx="1154112" cy="1103312"/>
          </a:xfrm>
          <a:prstGeom prst="rect">
            <a:avLst/>
          </a:prstGeom>
          <a:noFill/>
          <a:ln>
            <a:noFill/>
          </a:ln>
        </p:spPr>
      </p:pic>
      <p:sp>
        <p:nvSpPr>
          <p:cNvPr id="272" name="Google Shape;272;p7"/>
          <p:cNvSpPr txBox="1"/>
          <p:nvPr/>
        </p:nvSpPr>
        <p:spPr>
          <a:xfrm>
            <a:off x="2351575" y="1702375"/>
            <a:ext cx="7503300" cy="2400617"/>
          </a:xfrm>
          <a:prstGeom prst="rect">
            <a:avLst/>
          </a:prstGeom>
          <a:noFill/>
          <a:ln>
            <a:noFill/>
          </a:ln>
        </p:spPr>
        <p:txBody>
          <a:bodyPr spcFirstLastPara="1" wrap="square" lIns="91425" tIns="45700" rIns="91425" bIns="45700" anchor="t" anchorCtr="0">
            <a:spAutoFit/>
          </a:bodyPr>
          <a:lstStyle/>
          <a:p>
            <a:pPr marL="800100" lvl="0" indent="-342900">
              <a:lnSpc>
                <a:spcPct val="150000"/>
              </a:lnSpc>
              <a:buFont typeface="Arial" panose="020B0604020202020204" pitchFamily="34" charset="0"/>
              <a:buChar char="•"/>
            </a:pPr>
            <a:endParaRPr lang="en-US" sz="2000" dirty="0">
              <a:solidFill>
                <a:schemeClr val="dk1"/>
              </a:solidFill>
              <a:latin typeface="Times New Roman"/>
              <a:ea typeface="Times New Roman"/>
              <a:cs typeface="Times New Roman"/>
              <a:sym typeface="Times New Roman"/>
            </a:endParaRPr>
          </a:p>
          <a:p>
            <a:pPr marL="800100" lvl="0" indent="-342900">
              <a:lnSpc>
                <a:spcPct val="15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Ensemble ML for prediction.</a:t>
            </a:r>
          </a:p>
          <a:p>
            <a:pPr marL="800100" lvl="0" indent="-342900">
              <a:lnSpc>
                <a:spcPct val="15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Adaptive oversampling for imbalance.</a:t>
            </a:r>
          </a:p>
          <a:p>
            <a:pPr marL="800100" lvl="0" indent="-342900">
              <a:lnSpc>
                <a:spcPct val="15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SHAP/LIME for explanation.</a:t>
            </a:r>
          </a:p>
          <a:p>
            <a:pPr marL="800100" lvl="0" indent="-342900">
              <a:lnSpc>
                <a:spcPct val="150000"/>
              </a:lnSpc>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Personalized cardiovascular risk prediction.</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8"/>
          <p:cNvSpPr txBox="1">
            <a:spLocks noGrp="1"/>
          </p:cNvSpPr>
          <p:nvPr>
            <p:ph type="title"/>
          </p:nvPr>
        </p:nvSpPr>
        <p:spPr>
          <a:xfrm>
            <a:off x="609600" y="273050"/>
            <a:ext cx="10971212" cy="114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Times New Roman"/>
              <a:buNone/>
            </a:pPr>
            <a:r>
              <a:rPr lang="en-US" sz="3200" b="1" dirty="0">
                <a:solidFill>
                  <a:srgbClr val="FF0066"/>
                </a:solidFill>
                <a:latin typeface="Times New Roman"/>
                <a:ea typeface="Times New Roman"/>
                <a:cs typeface="Times New Roman"/>
                <a:sym typeface="Times New Roman"/>
              </a:rPr>
              <a:t>CONCLUSION </a:t>
            </a:r>
            <a:endParaRPr sz="4400" b="0" i="0" u="none" strike="noStrike" cap="none" dirty="0">
              <a:solidFill>
                <a:srgbClr val="000000"/>
              </a:solidFill>
              <a:latin typeface="Times New Roman"/>
              <a:ea typeface="Times New Roman"/>
              <a:cs typeface="Times New Roman"/>
              <a:sym typeface="Times New Roman"/>
            </a:endParaRPr>
          </a:p>
        </p:txBody>
      </p:sp>
      <p:pic>
        <p:nvPicPr>
          <p:cNvPr id="279" name="Google Shape;279;p8"/>
          <p:cNvPicPr preferRelativeResize="0"/>
          <p:nvPr/>
        </p:nvPicPr>
        <p:blipFill rotWithShape="1">
          <a:blip r:embed="rId3">
            <a:alphaModFix/>
          </a:blip>
          <a:srcRect/>
          <a:stretch/>
        </p:blipFill>
        <p:spPr>
          <a:xfrm>
            <a:off x="831850" y="214312"/>
            <a:ext cx="1066800" cy="1057275"/>
          </a:xfrm>
          <a:prstGeom prst="rect">
            <a:avLst/>
          </a:prstGeom>
          <a:noFill/>
          <a:ln>
            <a:noFill/>
          </a:ln>
        </p:spPr>
      </p:pic>
      <p:pic>
        <p:nvPicPr>
          <p:cNvPr id="280" name="Google Shape;280;p8"/>
          <p:cNvPicPr preferRelativeResize="0"/>
          <p:nvPr/>
        </p:nvPicPr>
        <p:blipFill rotWithShape="1">
          <a:blip r:embed="rId4">
            <a:alphaModFix/>
          </a:blip>
          <a:srcRect/>
          <a:stretch/>
        </p:blipFill>
        <p:spPr>
          <a:xfrm>
            <a:off x="10336212" y="258762"/>
            <a:ext cx="1154112" cy="1103312"/>
          </a:xfrm>
          <a:prstGeom prst="rect">
            <a:avLst/>
          </a:prstGeom>
          <a:noFill/>
          <a:ln>
            <a:noFill/>
          </a:ln>
        </p:spPr>
      </p:pic>
      <p:sp>
        <p:nvSpPr>
          <p:cNvPr id="2" name="TextBox 1">
            <a:extLst>
              <a:ext uri="{FF2B5EF4-FFF2-40B4-BE49-F238E27FC236}">
                <a16:creationId xmlns:a16="http://schemas.microsoft.com/office/drawing/2014/main" id="{AFDC2D5B-BCCE-6996-920C-2A735B7735AE}"/>
              </a:ext>
            </a:extLst>
          </p:cNvPr>
          <p:cNvSpPr txBox="1"/>
          <p:nvPr/>
        </p:nvSpPr>
        <p:spPr>
          <a:xfrm>
            <a:off x="2340077" y="1789471"/>
            <a:ext cx="7996135" cy="3114763"/>
          </a:xfrm>
          <a:prstGeom prst="rect">
            <a:avLst/>
          </a:prstGeom>
          <a:noFill/>
        </p:spPr>
        <p:txBody>
          <a:bodyPr wrap="square" rtlCol="0">
            <a:spAutoFit/>
          </a:bodyPr>
          <a:lstStyle/>
          <a:p>
            <a:pPr algn="just"/>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The proposed system combines ensemble ML, adaptive oversampling, and Explainable AI for cardiovascular risk prediction. It improves prediction by handling imbalanced data. SHAP/LIME helps explain the reasons behind each prediction. The system identifies important cardiovascular risk factors. It provides personalized risk results for patients. It can help in early risk detection. Overall, the system supports better preventive healthcare.</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9"/>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p>
            <a:pPr marL="0" lvl="0" indent="0" algn="l" rtl="0">
              <a:lnSpc>
                <a:spcPct val="83000"/>
              </a:lnSpc>
              <a:spcBef>
                <a:spcPts val="0"/>
              </a:spcBef>
              <a:spcAft>
                <a:spcPts val="0"/>
              </a:spcAft>
              <a:buSzPts val="1400"/>
              <a:buNone/>
            </a:pPr>
            <a:r>
              <a:rPr lang="en-US" b="1" dirty="0">
                <a:solidFill>
                  <a:srgbClr val="FF0066"/>
                </a:solidFill>
                <a:latin typeface="Times New Roman"/>
                <a:ea typeface="Times New Roman"/>
                <a:cs typeface="Times New Roman"/>
                <a:sym typeface="Times New Roman"/>
              </a:rPr>
              <a:t>                     </a:t>
            </a:r>
            <a:r>
              <a:rPr lang="en-US" sz="3200" b="1" dirty="0">
                <a:solidFill>
                  <a:srgbClr val="FF0066"/>
                </a:solidFill>
                <a:latin typeface="Times New Roman"/>
                <a:ea typeface="Times New Roman"/>
                <a:cs typeface="Times New Roman"/>
                <a:sym typeface="Times New Roman"/>
              </a:rPr>
              <a:t>FUTURE ENHANCEMENT             </a:t>
            </a:r>
            <a:endParaRPr sz="3200" dirty="0"/>
          </a:p>
        </p:txBody>
      </p:sp>
      <p:sp>
        <p:nvSpPr>
          <p:cNvPr id="287" name="Google Shape;287;p9"/>
          <p:cNvSpPr txBox="1">
            <a:spLocks noGrp="1"/>
          </p:cNvSpPr>
          <p:nvPr>
            <p:ph type="body" idx="1"/>
          </p:nvPr>
        </p:nvSpPr>
        <p:spPr>
          <a:xfrm>
            <a:off x="1631504" y="1658731"/>
            <a:ext cx="10971213" cy="4524375"/>
          </a:xfrm>
          <a:prstGeom prst="rect">
            <a:avLst/>
          </a:prstGeom>
          <a:noFill/>
          <a:ln>
            <a:noFill/>
          </a:ln>
        </p:spPr>
        <p:txBody>
          <a:bodyPr spcFirstLastPara="1" wrap="square" lIns="91425" tIns="45700" rIns="91425" bIns="45700" anchor="t" anchorCtr="0">
            <a:noAutofit/>
          </a:bodyPr>
          <a:lstStyle/>
          <a:p>
            <a:pPr marL="800100" lvl="0" algn="just">
              <a:lnSpc>
                <a:spcPct val="150000"/>
              </a:lnSpc>
              <a:buFont typeface="Arial" panose="020B0604020202020204" pitchFamily="34" charset="0"/>
              <a:buChar char="•"/>
            </a:pPr>
            <a:r>
              <a:rPr lang="en-US" sz="2000" dirty="0">
                <a:latin typeface="Times New Roman"/>
                <a:ea typeface="Times New Roman"/>
                <a:cs typeface="Times New Roman"/>
                <a:sym typeface="Times New Roman"/>
              </a:rPr>
              <a:t>Use more diverse patient data.</a:t>
            </a:r>
          </a:p>
          <a:p>
            <a:pPr marL="800100" lvl="0" algn="just">
              <a:lnSpc>
                <a:spcPct val="150000"/>
              </a:lnSpc>
              <a:buFont typeface="Arial" panose="020B0604020202020204" pitchFamily="34" charset="0"/>
              <a:buChar char="•"/>
            </a:pPr>
            <a:r>
              <a:rPr lang="en-US" sz="2000" dirty="0">
                <a:latin typeface="Times New Roman"/>
                <a:ea typeface="Times New Roman"/>
                <a:cs typeface="Times New Roman"/>
                <a:sym typeface="Times New Roman"/>
              </a:rPr>
              <a:t>Improve SHAP/LIME explanations.</a:t>
            </a:r>
          </a:p>
          <a:p>
            <a:pPr marL="800100" lvl="0" algn="just">
              <a:lnSpc>
                <a:spcPct val="150000"/>
              </a:lnSpc>
              <a:buFont typeface="Arial" panose="020B0604020202020204" pitchFamily="34" charset="0"/>
              <a:buChar char="•"/>
            </a:pPr>
            <a:r>
              <a:rPr lang="en-US" sz="2000" dirty="0">
                <a:latin typeface="Times New Roman"/>
                <a:ea typeface="Times New Roman"/>
                <a:cs typeface="Times New Roman"/>
                <a:sym typeface="Times New Roman"/>
              </a:rPr>
              <a:t>Test with real clinical data.</a:t>
            </a:r>
          </a:p>
          <a:p>
            <a:pPr marL="800100" lvl="0" algn="just">
              <a:lnSpc>
                <a:spcPct val="150000"/>
              </a:lnSpc>
              <a:buFont typeface="Arial" panose="020B0604020202020204" pitchFamily="34" charset="0"/>
              <a:buChar char="•"/>
            </a:pPr>
            <a:r>
              <a:rPr lang="en-US" sz="2000" dirty="0">
                <a:latin typeface="Times New Roman"/>
                <a:ea typeface="Times New Roman"/>
                <a:cs typeface="Times New Roman"/>
                <a:sym typeface="Times New Roman"/>
              </a:rPr>
              <a:t>Develop real-time prediction.</a:t>
            </a:r>
          </a:p>
          <a:p>
            <a:pPr marL="800100" lvl="0" algn="just">
              <a:lnSpc>
                <a:spcPct val="150000"/>
              </a:lnSpc>
              <a:buFont typeface="Arial" panose="020B0604020202020204" pitchFamily="34" charset="0"/>
              <a:buChar char="•"/>
            </a:pPr>
            <a:r>
              <a:rPr lang="en-US" sz="2000" dirty="0">
                <a:latin typeface="Times New Roman"/>
                <a:ea typeface="Times New Roman"/>
                <a:cs typeface="Times New Roman"/>
                <a:sym typeface="Times New Roman"/>
              </a:rPr>
              <a:t>Improve personalized prevention.</a:t>
            </a:r>
            <a:endParaRPr sz="2000" dirty="0">
              <a:latin typeface="Times New Roman"/>
              <a:ea typeface="Times New Roman"/>
              <a:cs typeface="Times New Roman"/>
              <a:sym typeface="Times New Roman"/>
            </a:endParaRPr>
          </a:p>
        </p:txBody>
      </p:sp>
      <p:sp>
        <p:nvSpPr>
          <p:cNvPr id="288" name="Google Shape;288;p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Times New Roman"/>
              <a:buNone/>
            </a:pPr>
            <a:r>
              <a:rPr lang="en-US" sz="1200" b="0" i="0" u="none" strike="noStrike" cap="none">
                <a:solidFill>
                  <a:srgbClr val="8B8B8B"/>
                </a:solidFill>
                <a:latin typeface="Calibri"/>
                <a:ea typeface="Calibri"/>
                <a:cs typeface="Calibri"/>
                <a:sym typeface="Calibri"/>
              </a:rPr>
              <a:t>2/7/20</a:t>
            </a:r>
            <a:endParaRPr/>
          </a:p>
        </p:txBody>
      </p:sp>
      <p:pic>
        <p:nvPicPr>
          <p:cNvPr id="289" name="Google Shape;289;p9"/>
          <p:cNvPicPr preferRelativeResize="0"/>
          <p:nvPr/>
        </p:nvPicPr>
        <p:blipFill rotWithShape="1">
          <a:blip r:embed="rId3">
            <a:alphaModFix/>
          </a:blip>
          <a:srcRect/>
          <a:stretch/>
        </p:blipFill>
        <p:spPr>
          <a:xfrm>
            <a:off x="831850" y="214312"/>
            <a:ext cx="1066800" cy="1057275"/>
          </a:xfrm>
          <a:prstGeom prst="rect">
            <a:avLst/>
          </a:prstGeom>
          <a:noFill/>
          <a:ln>
            <a:noFill/>
          </a:ln>
        </p:spPr>
      </p:pic>
      <p:pic>
        <p:nvPicPr>
          <p:cNvPr id="290" name="Google Shape;290;p9"/>
          <p:cNvPicPr preferRelativeResize="0"/>
          <p:nvPr/>
        </p:nvPicPr>
        <p:blipFill rotWithShape="1">
          <a:blip r:embed="rId4">
            <a:alphaModFix/>
          </a:blip>
          <a:srcRect/>
          <a:stretch/>
        </p:blipFill>
        <p:spPr>
          <a:xfrm>
            <a:off x="10336212" y="258762"/>
            <a:ext cx="1154112" cy="11033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4"/>
          <p:cNvSpPr txBox="1">
            <a:spLocks noGrp="1"/>
          </p:cNvSpPr>
          <p:nvPr>
            <p:ph type="title"/>
          </p:nvPr>
        </p:nvSpPr>
        <p:spPr>
          <a:xfrm>
            <a:off x="1919536" y="2564904"/>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latin typeface="Times New Roman"/>
                <a:ea typeface="Times New Roman"/>
                <a:cs typeface="Times New Roman"/>
                <a:sym typeface="Times New Roman"/>
              </a:rPr>
              <a:t>THANK YOU</a:t>
            </a:r>
            <a:endParaRPr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584</Words>
  <Application>Microsoft Office PowerPoint</Application>
  <PresentationFormat>Widescreen</PresentationFormat>
  <Paragraphs>91</Paragraphs>
  <Slides>13</Slides>
  <Notes>12</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13</vt:i4>
      </vt:variant>
    </vt:vector>
  </HeadingPairs>
  <TitlesOfParts>
    <vt:vector size="20" baseType="lpstr">
      <vt:lpstr>Arial</vt:lpstr>
      <vt:lpstr>Calibri</vt:lpstr>
      <vt:lpstr>Noto Sans Symbols</vt:lpstr>
      <vt:lpstr>Times New Roman</vt:lpstr>
      <vt:lpstr>Office Theme</vt:lpstr>
      <vt:lpstr>1_Office Theme</vt:lpstr>
      <vt:lpstr>2_Office Theme</vt:lpstr>
      <vt:lpstr>PowerPoint Presentation</vt:lpstr>
      <vt:lpstr>PRESENTATION OVERVIEW</vt:lpstr>
      <vt:lpstr>ABSTRACT </vt:lpstr>
      <vt:lpstr>OBJECTIVE </vt:lpstr>
      <vt:lpstr>PowerPoint Presentation</vt:lpstr>
      <vt:lpstr>PowerPoint Presentation</vt:lpstr>
      <vt:lpstr>PowerPoint Presentation</vt:lpstr>
      <vt:lpstr>PowerPoint Presentation</vt:lpstr>
      <vt:lpstr>EXISTING SYSTEM</vt:lpstr>
      <vt:lpstr>PROPOSED SYSTEM</vt:lpstr>
      <vt:lpstr>CONCLUSION </vt:lpstr>
      <vt:lpstr>                     FUTURE ENHANCEMENT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Janani M</dc:creator>
  <cp:lastModifiedBy>stud</cp:lastModifiedBy>
  <cp:revision>7</cp:revision>
  <dcterms:modified xsi:type="dcterms:W3CDTF">2026-10-12T04:20:21Z</dcterms:modified>
</cp:coreProperties>
</file>